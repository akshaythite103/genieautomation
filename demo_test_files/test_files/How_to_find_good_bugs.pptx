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4" r:id="rId4"/>
    <p:sldMasterId id="2147483715" r:id="rId5"/>
    <p:sldMasterId id="2147483716" r:id="rId6"/>
    <p:sldMasterId id="214748371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y="6858000" cx="12192000"/>
  <p:notesSz cx="6858000" cy="9144000"/>
  <p:embeddedFontLst>
    <p:embeddedFont>
      <p:font typeface="Chewy"/>
      <p:regular r:id="rId15"/>
    </p:embeddedFont>
    <p:embeddedFont>
      <p:font typeface="Anaheim"/>
      <p:regular r:id="rId16"/>
      <p:bold r:id="rId17"/>
    </p:embeddedFont>
    <p:embeddedFont>
      <p:font typeface="Roboto Condensed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Lato Light"/>
      <p:regular r:id="rId28"/>
      <p:bold r:id="rId29"/>
      <p:italic r:id="rId30"/>
      <p:boldItalic r:id="rId31"/>
    </p:embeddedFont>
    <p:embeddedFont>
      <p:font typeface="Bebas Neue"/>
      <p:regular r:id="rId32"/>
    </p:embeddedFont>
    <p:embeddedFont>
      <p:font typeface="Raleway Light"/>
      <p:regular r:id="rId33"/>
      <p:bold r:id="rId34"/>
      <p:italic r:id="rId35"/>
      <p:boldItalic r:id="rId36"/>
    </p:embeddedFont>
    <p:embeddedFont>
      <p:font typeface="Montserrat ExtraBold"/>
      <p:bold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PT Sans"/>
      <p:regular r:id="rId43"/>
      <p:bold r:id="rId44"/>
      <p:italic r:id="rId45"/>
      <p:boldItalic r:id="rId46"/>
    </p:embeddedFont>
    <p:embeddedFont>
      <p:font typeface="Barlow Black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9E2821-7E5A-40DF-90AD-0A49B2BF58EB}">
  <a:tblStyle styleId="{1F9E2821-7E5A-40DF-90AD-0A49B2BF58E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font" Target="fonts/RobotoCondensed-italic.fntdata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font" Target="fonts/SpaceGrotesk-regular.fntdata"/><Relationship Id="rId44" Type="http://schemas.openxmlformats.org/officeDocument/2006/relationships/font" Target="fonts/PTSans-bold.fntdata"/><Relationship Id="rId21" Type="http://schemas.openxmlformats.org/officeDocument/2006/relationships/font" Target="fonts/RobotoCondensed-boldItalic.fntdata"/><Relationship Id="rId43" Type="http://schemas.openxmlformats.org/officeDocument/2006/relationships/font" Target="fonts/PTSans-regular.fntdata"/><Relationship Id="rId24" Type="http://schemas.openxmlformats.org/officeDocument/2006/relationships/font" Target="fonts/Lato-regular.fntdata"/><Relationship Id="rId46" Type="http://schemas.openxmlformats.org/officeDocument/2006/relationships/font" Target="fonts/PTSans-boldItalic.fntdata"/><Relationship Id="rId23" Type="http://schemas.openxmlformats.org/officeDocument/2006/relationships/font" Target="fonts/SpaceGrotesk-bold.fntdata"/><Relationship Id="rId45" Type="http://schemas.openxmlformats.org/officeDocument/2006/relationships/font" Target="fonts/PTSans-italic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Lato-italic.fntdata"/><Relationship Id="rId48" Type="http://schemas.openxmlformats.org/officeDocument/2006/relationships/font" Target="fonts/BarlowBlack-boldItalic.fntdata"/><Relationship Id="rId25" Type="http://schemas.openxmlformats.org/officeDocument/2006/relationships/font" Target="fonts/Lato-bold.fntdata"/><Relationship Id="rId47" Type="http://schemas.openxmlformats.org/officeDocument/2006/relationships/font" Target="fonts/BarlowBlack-bold.fntdata"/><Relationship Id="rId28" Type="http://schemas.openxmlformats.org/officeDocument/2006/relationships/font" Target="fonts/LatoLight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LatoLight-bold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LatoLight-boldItalic.fntdata"/><Relationship Id="rId30" Type="http://schemas.openxmlformats.org/officeDocument/2006/relationships/font" Target="fonts/LatoLight-italic.fntdata"/><Relationship Id="rId11" Type="http://schemas.openxmlformats.org/officeDocument/2006/relationships/slide" Target="slides/slide3.xml"/><Relationship Id="rId33" Type="http://schemas.openxmlformats.org/officeDocument/2006/relationships/font" Target="fonts/RalewayLight-regular.fntdata"/><Relationship Id="rId10" Type="http://schemas.openxmlformats.org/officeDocument/2006/relationships/slide" Target="slides/slide2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5.xml"/><Relationship Id="rId35" Type="http://schemas.openxmlformats.org/officeDocument/2006/relationships/font" Target="fonts/RalewayLight-italic.fntdata"/><Relationship Id="rId12" Type="http://schemas.openxmlformats.org/officeDocument/2006/relationships/slide" Target="slides/slide4.xml"/><Relationship Id="rId34" Type="http://schemas.openxmlformats.org/officeDocument/2006/relationships/font" Target="fonts/RalewayLight-bold.fntdata"/><Relationship Id="rId15" Type="http://schemas.openxmlformats.org/officeDocument/2006/relationships/font" Target="fonts/Chewy-regular.fntdata"/><Relationship Id="rId37" Type="http://schemas.openxmlformats.org/officeDocument/2006/relationships/font" Target="fonts/MontserratExtraBold-bold.fntdata"/><Relationship Id="rId14" Type="http://schemas.openxmlformats.org/officeDocument/2006/relationships/slide" Target="slides/slide6.xml"/><Relationship Id="rId36" Type="http://schemas.openxmlformats.org/officeDocument/2006/relationships/font" Target="fonts/RalewayLight-boldItalic.fntdata"/><Relationship Id="rId17" Type="http://schemas.openxmlformats.org/officeDocument/2006/relationships/font" Target="fonts/Anaheim-bold.fntdata"/><Relationship Id="rId39" Type="http://schemas.openxmlformats.org/officeDocument/2006/relationships/font" Target="fonts/PoppinsSemiBold-regular.fntdata"/><Relationship Id="rId16" Type="http://schemas.openxmlformats.org/officeDocument/2006/relationships/font" Target="fonts/Anaheim-regular.fntdata"/><Relationship Id="rId38" Type="http://schemas.openxmlformats.org/officeDocument/2006/relationships/font" Target="fonts/MontserratExtraBold-boldItalic.fntdata"/><Relationship Id="rId19" Type="http://schemas.openxmlformats.org/officeDocument/2006/relationships/font" Target="fonts/RobotoCondensed-bold.fntdata"/><Relationship Id="rId18" Type="http://schemas.openxmlformats.org/officeDocument/2006/relationships/font" Target="fonts/RobotoCondense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afd091ace8_1_1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afd091ace8_1_1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5c0474ae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65c0474ae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65c0474ae7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5c0474ae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65c0474ae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65c0474ae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65c0474ae7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65c0474ae7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65c0474ae7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69e6b65728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69e6b65728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69e6b65728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69e6b6572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69e6b6572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-Company">
  <p:cSld name="Start-Compan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-Company 1">
  <p:cSld name="Start-Company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438675"/>
            <a:ext cx="540900" cy="936000"/>
          </a:xfrm>
          <a:prstGeom prst="rect">
            <a:avLst/>
          </a:prstGeom>
          <a:solidFill>
            <a:srgbClr val="98DC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687250" y="475275"/>
            <a:ext cx="11215500" cy="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CD6B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31125" y="2047175"/>
            <a:ext cx="111864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775000" y="3450925"/>
            <a:ext cx="11127600" cy="3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❖"/>
              <a:defRPr sz="2000">
                <a:latin typeface="Avenir"/>
                <a:ea typeface="Avenir"/>
                <a:cs typeface="Avenir"/>
                <a:sym typeface="Avenir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➢"/>
              <a:defRPr sz="2000"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◆"/>
              <a:defRPr sz="2000">
                <a:latin typeface="Avenir"/>
                <a:ea typeface="Avenir"/>
                <a:cs typeface="Avenir"/>
                <a:sym typeface="Avenir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➢"/>
              <a:defRPr sz="2000">
                <a:latin typeface="Avenir"/>
                <a:ea typeface="Avenir"/>
                <a:cs typeface="Avenir"/>
                <a:sym typeface="Avenir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◆"/>
              <a:defRPr sz="2000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-Company 1 1">
  <p:cSld name="Start-Company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438675"/>
            <a:ext cx="540900" cy="936000"/>
          </a:xfrm>
          <a:prstGeom prst="rect">
            <a:avLst/>
          </a:prstGeom>
          <a:solidFill>
            <a:srgbClr val="98DC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87250" y="475275"/>
            <a:ext cx="11215500" cy="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CD6B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s slide layout">
  <p:cSld name="1_Contents slide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23529" y="339509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tyle slide layout">
  <p:cSld name="6_Style slide layou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body"/>
          </p:nvPr>
        </p:nvSpPr>
        <p:spPr>
          <a:xfrm>
            <a:off x="323529" y="339509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/>
          <p:nvPr>
            <p:ph idx="2" type="pic"/>
          </p:nvPr>
        </p:nvSpPr>
        <p:spPr>
          <a:xfrm>
            <a:off x="1012500" y="1876778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00" lIns="182825" spcFirstLastPara="1" rIns="182825" wrap="square" tIns="914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8" name="Google Shape;28;p8"/>
          <p:cNvSpPr/>
          <p:nvPr>
            <p:ph idx="3" type="pic"/>
          </p:nvPr>
        </p:nvSpPr>
        <p:spPr>
          <a:xfrm>
            <a:off x="4311214" y="1876778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00" lIns="182825" spcFirstLastPara="1" rIns="182825" wrap="square" tIns="914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9" name="Google Shape;29;p8"/>
          <p:cNvSpPr/>
          <p:nvPr>
            <p:ph idx="4" type="pic"/>
          </p:nvPr>
        </p:nvSpPr>
        <p:spPr>
          <a:xfrm>
            <a:off x="7499863" y="1876778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00" lIns="182825" spcFirstLastPara="1" rIns="182825" wrap="square" tIns="914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30" name="Google Shape;30;p8"/>
          <p:cNvSpPr txBox="1"/>
          <p:nvPr/>
        </p:nvSpPr>
        <p:spPr>
          <a:xfrm>
            <a:off x="11557902" y="303535"/>
            <a:ext cx="40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654571" y="6497100"/>
            <a:ext cx="10870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© 2019 Tudip Technologies. All Rights Reserved. 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tyle slide layout">
  <p:cSld name="4_Style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Slide 1">
  <p:cSld name="Master Slide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/>
        </p:nvSpPr>
        <p:spPr>
          <a:xfrm>
            <a:off x="654571" y="6497100"/>
            <a:ext cx="10870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© 2019 Tudip Technologies. All Rights Reserved. 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Images &amp; Contents Layout">
  <p:cSld name="14_Images &amp; Contents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>
            <p:ph idx="2" type="pic"/>
          </p:nvPr>
        </p:nvSpPr>
        <p:spPr>
          <a:xfrm>
            <a:off x="280706" y="395209"/>
            <a:ext cx="11617200" cy="290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1"/>
          <p:cNvSpPr/>
          <p:nvPr>
            <p:ph idx="3" type="pic"/>
          </p:nvPr>
        </p:nvSpPr>
        <p:spPr>
          <a:xfrm>
            <a:off x="858527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1"/>
          <p:cNvSpPr/>
          <p:nvPr>
            <p:ph idx="4" type="pic"/>
          </p:nvPr>
        </p:nvSpPr>
        <p:spPr>
          <a:xfrm>
            <a:off x="3628466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1"/>
          <p:cNvSpPr/>
          <p:nvPr>
            <p:ph idx="5" type="pic"/>
          </p:nvPr>
        </p:nvSpPr>
        <p:spPr>
          <a:xfrm>
            <a:off x="6398405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1"/>
          <p:cNvSpPr/>
          <p:nvPr>
            <p:ph idx="6" type="pic"/>
          </p:nvPr>
        </p:nvSpPr>
        <p:spPr>
          <a:xfrm>
            <a:off x="9168343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NTENTS LAYOUT_18">
  <p:cSld name="IMAGE AND CONTENTS LAYOUT_18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>
            <p:ph idx="2" type="pic"/>
          </p:nvPr>
        </p:nvSpPr>
        <p:spPr>
          <a:xfrm>
            <a:off x="729574" y="1515298"/>
            <a:ext cx="3300600" cy="478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2"/>
          <p:cNvSpPr/>
          <p:nvPr>
            <p:ph idx="3" type="pic"/>
          </p:nvPr>
        </p:nvSpPr>
        <p:spPr>
          <a:xfrm>
            <a:off x="8212091" y="1515298"/>
            <a:ext cx="3300600" cy="478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0" y="260648"/>
            <a:ext cx="121920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Images &amp; Contents">
  <p:cSld name="36_Images &amp; Conten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>
            <p:ph idx="2" type="pic"/>
          </p:nvPr>
        </p:nvSpPr>
        <p:spPr>
          <a:xfrm>
            <a:off x="3" y="3255649"/>
            <a:ext cx="11904000" cy="360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yle slide layout">
  <p:cSld name="2_Style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Meet_the_team1">
  <p:cSld name="4_Meet_the_team1">
    <p:bg>
      <p:bgPr>
        <a:solidFill>
          <a:schemeClr val="l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/>
          <p:nvPr>
            <p:ph idx="2" type="pic"/>
          </p:nvPr>
        </p:nvSpPr>
        <p:spPr>
          <a:xfrm>
            <a:off x="1290293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51" name="Google Shape;51;p16"/>
          <p:cNvSpPr/>
          <p:nvPr>
            <p:ph idx="3" type="pic"/>
          </p:nvPr>
        </p:nvSpPr>
        <p:spPr>
          <a:xfrm>
            <a:off x="3896748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52" name="Google Shape;52;p16"/>
          <p:cNvSpPr/>
          <p:nvPr>
            <p:ph idx="4" type="pic"/>
          </p:nvPr>
        </p:nvSpPr>
        <p:spPr>
          <a:xfrm>
            <a:off x="6549860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53" name="Google Shape;53;p16"/>
          <p:cNvSpPr/>
          <p:nvPr>
            <p:ph idx="5" type="pic"/>
          </p:nvPr>
        </p:nvSpPr>
        <p:spPr>
          <a:xfrm>
            <a:off x="9135072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54" name="Google Shape;54;p16"/>
          <p:cNvSpPr txBox="1"/>
          <p:nvPr/>
        </p:nvSpPr>
        <p:spPr>
          <a:xfrm>
            <a:off x="11578226" y="303534"/>
            <a:ext cx="36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300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13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55" name="Google Shape;55;p16"/>
          <p:cNvSpPr/>
          <p:nvPr/>
        </p:nvSpPr>
        <p:spPr>
          <a:xfrm>
            <a:off x="654570" y="6420900"/>
            <a:ext cx="108702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© 2019 Tudip Technologies. All Rights Reserved. 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22000" y="6266569"/>
            <a:ext cx="884125" cy="382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0" y="6239577"/>
            <a:ext cx="1117624" cy="436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8"/>
          <p:cNvGrpSpPr/>
          <p:nvPr/>
        </p:nvGrpSpPr>
        <p:grpSpPr>
          <a:xfrm>
            <a:off x="-13750" y="-10766"/>
            <a:ext cx="12219195" cy="6892994"/>
            <a:chOff x="-10312" y="-8075"/>
            <a:chExt cx="9164625" cy="5169875"/>
          </a:xfrm>
        </p:grpSpPr>
        <p:sp>
          <p:nvSpPr>
            <p:cNvPr id="61" name="Google Shape;61;p18"/>
            <p:cNvSpPr/>
            <p:nvPr/>
          </p:nvSpPr>
          <p:spPr>
            <a:xfrm>
              <a:off x="-10312" y="-8075"/>
              <a:ext cx="9164625" cy="5159650"/>
            </a:xfrm>
            <a:custGeom>
              <a:rect b="b" l="l" r="r" t="t"/>
              <a:pathLst>
                <a:path extrusionOk="0" h="206386" w="366585">
                  <a:moveTo>
                    <a:pt x="0" y="0"/>
                  </a:moveTo>
                  <a:lnTo>
                    <a:pt x="0" y="206386"/>
                  </a:lnTo>
                  <a:lnTo>
                    <a:pt x="366585" y="20638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62" name="Google Shape;62;p18"/>
            <p:cNvSpPr/>
            <p:nvPr/>
          </p:nvSpPr>
          <p:spPr>
            <a:xfrm rot="10800000">
              <a:off x="-10312" y="2150"/>
              <a:ext cx="9164625" cy="5159650"/>
            </a:xfrm>
            <a:custGeom>
              <a:rect b="b" l="l" r="r" t="t"/>
              <a:pathLst>
                <a:path extrusionOk="0" h="206386" w="366585">
                  <a:moveTo>
                    <a:pt x="0" y="0"/>
                  </a:moveTo>
                  <a:lnTo>
                    <a:pt x="0" y="206386"/>
                  </a:lnTo>
                  <a:lnTo>
                    <a:pt x="366585" y="206386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</p:sp>
      </p:grpSp>
      <p:sp>
        <p:nvSpPr>
          <p:cNvPr id="63" name="Google Shape;63;p18"/>
          <p:cNvSpPr txBox="1"/>
          <p:nvPr/>
        </p:nvSpPr>
        <p:spPr>
          <a:xfrm>
            <a:off x="9979137" y="5870651"/>
            <a:ext cx="18171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Proprietary + Confidential</a:t>
            </a:r>
            <a:endParaRPr b="0" i="0" sz="900" u="none" cap="none" strike="noStrike">
              <a:solidFill>
                <a:srgbClr val="66666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9"/>
          <p:cNvSpPr txBox="1"/>
          <p:nvPr>
            <p:ph type="title"/>
          </p:nvPr>
        </p:nvSpPr>
        <p:spPr>
          <a:xfrm>
            <a:off x="972600" y="818494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000"/>
              <a:buNone/>
              <a:defRPr sz="4000">
                <a:solidFill>
                  <a:srgbClr val="666666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grpSp>
        <p:nvGrpSpPr>
          <p:cNvPr id="68" name="Google Shape;68;p19"/>
          <p:cNvGrpSpPr/>
          <p:nvPr/>
        </p:nvGrpSpPr>
        <p:grpSpPr>
          <a:xfrm>
            <a:off x="1107162" y="648519"/>
            <a:ext cx="994380" cy="61198"/>
            <a:chOff x="830392" y="733982"/>
            <a:chExt cx="745804" cy="45900"/>
          </a:xfrm>
        </p:grpSpPr>
        <p:sp>
          <p:nvSpPr>
            <p:cNvPr id="69" name="Google Shape;69;p19"/>
            <p:cNvSpPr/>
            <p:nvPr/>
          </p:nvSpPr>
          <p:spPr>
            <a:xfrm rot="-5400000">
              <a:off x="1366796" y="570482"/>
              <a:ext cx="45900" cy="372900"/>
            </a:xfrm>
            <a:prstGeom prst="rect">
              <a:avLst/>
            </a:prstGeom>
            <a:solidFill>
              <a:srgbClr val="1D35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9"/>
            <p:cNvSpPr/>
            <p:nvPr/>
          </p:nvSpPr>
          <p:spPr>
            <a:xfrm rot="-5400000">
              <a:off x="995392" y="568982"/>
              <a:ext cx="45900" cy="3759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" name="Google Shape;7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06350" y="51852"/>
            <a:ext cx="1321425" cy="53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0"/>
          <p:cNvSpPr txBox="1"/>
          <p:nvPr>
            <p:ph type="title"/>
          </p:nvPr>
        </p:nvSpPr>
        <p:spPr>
          <a:xfrm>
            <a:off x="970200" y="820367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" name="Google Shape;75;p20"/>
          <p:cNvSpPr txBox="1"/>
          <p:nvPr>
            <p:ph idx="1" type="body"/>
          </p:nvPr>
        </p:nvSpPr>
        <p:spPr>
          <a:xfrm>
            <a:off x="970200" y="1732400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venir"/>
              <a:buChar char="●"/>
              <a:defRPr sz="1900">
                <a:latin typeface="Avenir"/>
                <a:ea typeface="Avenir"/>
                <a:cs typeface="Avenir"/>
                <a:sym typeface="Avenir"/>
              </a:defRPr>
            </a:lvl1pPr>
            <a:lvl2pPr indent="-323850" lvl="1" marL="914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○"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323850" lvl="2" marL="1371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■"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323850" lvl="3" marL="18288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323850" lvl="4" marL="22860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○"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23850" lvl="5" marL="2743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■"/>
              <a:defRPr>
                <a:latin typeface="Avenir"/>
                <a:ea typeface="Avenir"/>
                <a:cs typeface="Avenir"/>
                <a:sym typeface="Avenir"/>
              </a:defRPr>
            </a:lvl6pPr>
            <a:lvl7pPr indent="-323850" lvl="6" marL="3200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7pPr>
            <a:lvl8pPr indent="-323850" lvl="7" marL="3657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○"/>
              <a:defRPr>
                <a:latin typeface="Avenir"/>
                <a:ea typeface="Avenir"/>
                <a:cs typeface="Avenir"/>
                <a:sym typeface="Avenir"/>
              </a:defRPr>
            </a:lvl8pPr>
            <a:lvl9pPr indent="-323850" lvl="8" marL="411480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Avenir"/>
              <a:buChar char="■"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6" name="Google Shape;76;p20"/>
          <p:cNvSpPr/>
          <p:nvPr/>
        </p:nvSpPr>
        <p:spPr>
          <a:xfrm rot="-5400000">
            <a:off x="1819944" y="432459"/>
            <a:ext cx="61200" cy="497100"/>
          </a:xfrm>
          <a:prstGeom prst="rect">
            <a:avLst/>
          </a:prstGeom>
          <a:solidFill>
            <a:srgbClr val="1D356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/>
          <p:nvPr/>
        </p:nvSpPr>
        <p:spPr>
          <a:xfrm rot="-5400000">
            <a:off x="1324839" y="430359"/>
            <a:ext cx="61200" cy="501300"/>
          </a:xfrm>
          <a:prstGeom prst="rect">
            <a:avLst/>
          </a:prstGeom>
          <a:solidFill>
            <a:srgbClr val="AE22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8367" y="134833"/>
            <a:ext cx="885566" cy="383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24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ctrTitle"/>
          </p:nvPr>
        </p:nvSpPr>
        <p:spPr>
          <a:xfrm>
            <a:off x="2095433" y="719333"/>
            <a:ext cx="9145500" cy="2341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93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8572500" y="3889000"/>
            <a:ext cx="26964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950967" y="2899800"/>
            <a:ext cx="5258700" cy="1926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8" name="Google Shape;88;p23"/>
          <p:cNvSpPr txBox="1"/>
          <p:nvPr>
            <p:ph hasCustomPrompt="1" idx="2" type="title"/>
          </p:nvPr>
        </p:nvSpPr>
        <p:spPr>
          <a:xfrm>
            <a:off x="950967" y="1418367"/>
            <a:ext cx="1653600" cy="14349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23"/>
          <p:cNvSpPr txBox="1"/>
          <p:nvPr>
            <p:ph idx="1" type="subTitle"/>
          </p:nvPr>
        </p:nvSpPr>
        <p:spPr>
          <a:xfrm>
            <a:off x="950967" y="4872833"/>
            <a:ext cx="5258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cxnSp>
        <p:nvCxnSpPr>
          <p:cNvPr id="90" name="Google Shape;90;p23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23"/>
          <p:cNvCxnSpPr/>
          <p:nvPr/>
        </p:nvCxnSpPr>
        <p:spPr>
          <a:xfrm>
            <a:off x="495300" y="711200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23"/>
          <p:cNvCxnSpPr/>
          <p:nvPr/>
        </p:nvCxnSpPr>
        <p:spPr>
          <a:xfrm>
            <a:off x="495300" y="6138667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" name="Google Shape;93;p23"/>
          <p:cNvGrpSpPr/>
          <p:nvPr/>
        </p:nvGrpSpPr>
        <p:grpSpPr>
          <a:xfrm>
            <a:off x="-237076" y="5426241"/>
            <a:ext cx="1431361" cy="1431361"/>
            <a:chOff x="9239250" y="2482600"/>
            <a:chExt cx="1886100" cy="1886100"/>
          </a:xfrm>
        </p:grpSpPr>
        <p:sp>
          <p:nvSpPr>
            <p:cNvPr id="94" name="Google Shape;94;p23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3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3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3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3"/>
          <p:cNvSpPr txBox="1"/>
          <p:nvPr/>
        </p:nvSpPr>
        <p:spPr>
          <a:xfrm>
            <a:off x="1016550" y="6333125"/>
            <a:ext cx="4029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naheim"/>
                <a:ea typeface="Anaheim"/>
                <a:cs typeface="Anaheim"/>
                <a:sym typeface="Anaheim"/>
              </a:rPr>
              <a:t>Tudip Technologies: All rights reserved</a:t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960000" y="1519401"/>
            <a:ext cx="10272000" cy="53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●"/>
              <a:defRPr/>
            </a:lvl1pPr>
            <a:lvl2pPr indent="-3492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○"/>
              <a:defRPr/>
            </a:lvl2pPr>
            <a:lvl3pPr indent="-3492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■"/>
              <a:defRPr/>
            </a:lvl3pPr>
            <a:lvl4pPr indent="-3492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●"/>
              <a:defRPr/>
            </a:lvl4pPr>
            <a:lvl5pPr indent="-3492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○"/>
              <a:defRPr/>
            </a:lvl5pPr>
            <a:lvl6pPr indent="-3492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■"/>
              <a:defRPr/>
            </a:lvl6pPr>
            <a:lvl7pPr indent="-3492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●"/>
              <a:defRPr/>
            </a:lvl7pPr>
            <a:lvl8pPr indent="-3492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○"/>
              <a:defRPr/>
            </a:lvl8pPr>
            <a:lvl9pPr indent="-3492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103" name="Google Shape;103;p24"/>
          <p:cNvCxnSpPr/>
          <p:nvPr/>
        </p:nvCxnSpPr>
        <p:spPr>
          <a:xfrm>
            <a:off x="11710933" y="0"/>
            <a:ext cx="0" cy="686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24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7337267" y="4517500"/>
            <a:ext cx="26952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9" name="Google Shape;109;p25"/>
          <p:cNvSpPr txBox="1"/>
          <p:nvPr>
            <p:ph idx="2" type="subTitle"/>
          </p:nvPr>
        </p:nvSpPr>
        <p:spPr>
          <a:xfrm>
            <a:off x="7337267" y="2739532"/>
            <a:ext cx="26952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10" name="Google Shape;110;p25"/>
          <p:cNvSpPr txBox="1"/>
          <p:nvPr>
            <p:ph idx="3" type="subTitle"/>
          </p:nvPr>
        </p:nvSpPr>
        <p:spPr>
          <a:xfrm>
            <a:off x="7337267" y="4106801"/>
            <a:ext cx="2695200" cy="52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accent5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25"/>
          <p:cNvSpPr txBox="1"/>
          <p:nvPr>
            <p:ph idx="4" type="subTitle"/>
          </p:nvPr>
        </p:nvSpPr>
        <p:spPr>
          <a:xfrm>
            <a:off x="7337267" y="2328833"/>
            <a:ext cx="2695200" cy="52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accent5"/>
                </a:solidFill>
                <a:latin typeface="Chewy"/>
                <a:ea typeface="Chewy"/>
                <a:cs typeface="Chewy"/>
                <a:sym typeface="Chew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25"/>
          <p:cNvSpPr/>
          <p:nvPr>
            <p:ph idx="5" type="pic"/>
          </p:nvPr>
        </p:nvSpPr>
        <p:spPr>
          <a:xfrm>
            <a:off x="1092100" y="1636367"/>
            <a:ext cx="4826100" cy="433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/>
          <p:nvPr/>
        </p:nvSpPr>
        <p:spPr>
          <a:xfrm>
            <a:off x="-396050" y="-818933"/>
            <a:ext cx="2451300" cy="245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26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7" name="Google Shape;117;p26"/>
          <p:cNvGrpSpPr/>
          <p:nvPr/>
        </p:nvGrpSpPr>
        <p:grpSpPr>
          <a:xfrm rot="5400000">
            <a:off x="11133725" y="334088"/>
            <a:ext cx="673283" cy="1443244"/>
            <a:chOff x="8010525" y="533400"/>
            <a:chExt cx="504975" cy="1886100"/>
          </a:xfrm>
        </p:grpSpPr>
        <p:sp>
          <p:nvSpPr>
            <p:cNvPr id="118" name="Google Shape;118;p26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6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6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6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6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grpSp>
        <p:nvGrpSpPr>
          <p:cNvPr id="123" name="Google Shape;123;p26"/>
          <p:cNvGrpSpPr/>
          <p:nvPr/>
        </p:nvGrpSpPr>
        <p:grpSpPr>
          <a:xfrm>
            <a:off x="-317194" y="5404145"/>
            <a:ext cx="1598470" cy="1598470"/>
            <a:chOff x="9239250" y="2482600"/>
            <a:chExt cx="1886100" cy="1886100"/>
          </a:xfrm>
        </p:grpSpPr>
        <p:sp>
          <p:nvSpPr>
            <p:cNvPr id="124" name="Google Shape;124;p26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6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6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6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26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960000" y="1158900"/>
            <a:ext cx="5047200" cy="1744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960000" y="2979900"/>
            <a:ext cx="5047200" cy="271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21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20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20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19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999999"/>
              </a:buClr>
              <a:buSzPts val="19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132" name="Google Shape;132;p27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7"/>
          <p:cNvCxnSpPr/>
          <p:nvPr/>
        </p:nvCxnSpPr>
        <p:spPr>
          <a:xfrm>
            <a:off x="495300" y="719333"/>
            <a:ext cx="116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7"/>
          <p:cNvCxnSpPr/>
          <p:nvPr/>
        </p:nvCxnSpPr>
        <p:spPr>
          <a:xfrm>
            <a:off x="495300" y="6138667"/>
            <a:ext cx="116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5" name="Google Shape;135;p27"/>
          <p:cNvGrpSpPr/>
          <p:nvPr/>
        </p:nvGrpSpPr>
        <p:grpSpPr>
          <a:xfrm>
            <a:off x="5297106" y="5374845"/>
            <a:ext cx="1598470" cy="1598470"/>
            <a:chOff x="9239250" y="2482600"/>
            <a:chExt cx="1886100" cy="1886100"/>
          </a:xfrm>
        </p:grpSpPr>
        <p:sp>
          <p:nvSpPr>
            <p:cNvPr id="136" name="Google Shape;136;p27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7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27"/>
          <p:cNvGrpSpPr/>
          <p:nvPr/>
        </p:nvGrpSpPr>
        <p:grpSpPr>
          <a:xfrm rot="5400000">
            <a:off x="11092098" y="295278"/>
            <a:ext cx="675859" cy="1523969"/>
            <a:chOff x="8010525" y="533400"/>
            <a:chExt cx="504975" cy="1886100"/>
          </a:xfrm>
        </p:grpSpPr>
        <p:sp>
          <p:nvSpPr>
            <p:cNvPr id="141" name="Google Shape;141;p27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27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2003000" y="1108341"/>
            <a:ext cx="8186100" cy="32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cxnSp>
        <p:nvCxnSpPr>
          <p:cNvPr id="148" name="Google Shape;148;p28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2086200" y="1020567"/>
            <a:ext cx="8019600" cy="2149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2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" type="subTitle"/>
          </p:nvPr>
        </p:nvSpPr>
        <p:spPr>
          <a:xfrm>
            <a:off x="1422400" y="3904633"/>
            <a:ext cx="55500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cxnSp>
        <p:nvCxnSpPr>
          <p:cNvPr id="153" name="Google Shape;153;p29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487733" y="4500267"/>
            <a:ext cx="5707500" cy="16383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cxnSp>
        <p:nvCxnSpPr>
          <p:cNvPr id="157" name="Google Shape;157;p30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8" name="Google Shape;158;p30"/>
          <p:cNvGrpSpPr/>
          <p:nvPr/>
        </p:nvGrpSpPr>
        <p:grpSpPr>
          <a:xfrm>
            <a:off x="10397206" y="4520345"/>
            <a:ext cx="1598470" cy="1598470"/>
            <a:chOff x="9239250" y="2482600"/>
            <a:chExt cx="1886100" cy="1886100"/>
          </a:xfrm>
        </p:grpSpPr>
        <p:sp>
          <p:nvSpPr>
            <p:cNvPr id="159" name="Google Shape;159;p30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0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0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0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hasCustomPrompt="1" type="title"/>
          </p:nvPr>
        </p:nvSpPr>
        <p:spPr>
          <a:xfrm>
            <a:off x="946198" y="719333"/>
            <a:ext cx="6339300" cy="2280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800"/>
              <a:buNone/>
              <a:defRPr sz="13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66" name="Google Shape;166;p31"/>
          <p:cNvSpPr txBox="1"/>
          <p:nvPr>
            <p:ph idx="1" type="subTitle"/>
          </p:nvPr>
        </p:nvSpPr>
        <p:spPr>
          <a:xfrm>
            <a:off x="1712967" y="3981400"/>
            <a:ext cx="30453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67" name="Google Shape;167;p31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8" name="Google Shape;168;p31"/>
          <p:cNvGrpSpPr/>
          <p:nvPr/>
        </p:nvGrpSpPr>
        <p:grpSpPr>
          <a:xfrm>
            <a:off x="10565171" y="2463"/>
            <a:ext cx="675859" cy="1433625"/>
            <a:chOff x="8010525" y="533400"/>
            <a:chExt cx="504975" cy="1886100"/>
          </a:xfrm>
        </p:grpSpPr>
        <p:sp>
          <p:nvSpPr>
            <p:cNvPr id="169" name="Google Shape;169;p31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1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1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31"/>
          <p:cNvGrpSpPr/>
          <p:nvPr/>
        </p:nvGrpSpPr>
        <p:grpSpPr>
          <a:xfrm>
            <a:off x="2201160" y="5104494"/>
            <a:ext cx="2068109" cy="2068109"/>
            <a:chOff x="9239250" y="2482600"/>
            <a:chExt cx="1886100" cy="1886100"/>
          </a:xfrm>
        </p:grpSpPr>
        <p:sp>
          <p:nvSpPr>
            <p:cNvPr id="174" name="Google Shape;174;p31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1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1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1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1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183" name="Google Shape;183;p33"/>
          <p:cNvSpPr txBox="1"/>
          <p:nvPr>
            <p:ph idx="1" type="subTitle"/>
          </p:nvPr>
        </p:nvSpPr>
        <p:spPr>
          <a:xfrm>
            <a:off x="2915337" y="2940250"/>
            <a:ext cx="28656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84" name="Google Shape;184;p33"/>
          <p:cNvSpPr txBox="1"/>
          <p:nvPr>
            <p:ph idx="2" type="subTitle"/>
          </p:nvPr>
        </p:nvSpPr>
        <p:spPr>
          <a:xfrm>
            <a:off x="7593870" y="2940250"/>
            <a:ext cx="28656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85" name="Google Shape;185;p33"/>
          <p:cNvSpPr txBox="1"/>
          <p:nvPr>
            <p:ph idx="3" type="subTitle"/>
          </p:nvPr>
        </p:nvSpPr>
        <p:spPr>
          <a:xfrm>
            <a:off x="2915337" y="5303867"/>
            <a:ext cx="28656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86" name="Google Shape;186;p33"/>
          <p:cNvSpPr txBox="1"/>
          <p:nvPr>
            <p:ph idx="4" type="subTitle"/>
          </p:nvPr>
        </p:nvSpPr>
        <p:spPr>
          <a:xfrm>
            <a:off x="7593870" y="5303867"/>
            <a:ext cx="28656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>
            <p:ph hasCustomPrompt="1" idx="5" type="title"/>
          </p:nvPr>
        </p:nvSpPr>
        <p:spPr>
          <a:xfrm>
            <a:off x="1732529" y="2519527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8" name="Google Shape;188;p33"/>
          <p:cNvSpPr txBox="1"/>
          <p:nvPr>
            <p:ph hasCustomPrompt="1" idx="6" type="title"/>
          </p:nvPr>
        </p:nvSpPr>
        <p:spPr>
          <a:xfrm>
            <a:off x="1732529" y="4883222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9" name="Google Shape;189;p33"/>
          <p:cNvSpPr txBox="1"/>
          <p:nvPr>
            <p:ph hasCustomPrompt="1" idx="7" type="title"/>
          </p:nvPr>
        </p:nvSpPr>
        <p:spPr>
          <a:xfrm>
            <a:off x="6411079" y="2519527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0" name="Google Shape;190;p33"/>
          <p:cNvSpPr txBox="1"/>
          <p:nvPr>
            <p:ph hasCustomPrompt="1" idx="8" type="title"/>
          </p:nvPr>
        </p:nvSpPr>
        <p:spPr>
          <a:xfrm>
            <a:off x="6411079" y="4883222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1" name="Google Shape;191;p33"/>
          <p:cNvSpPr txBox="1"/>
          <p:nvPr>
            <p:ph idx="9" type="subTitle"/>
          </p:nvPr>
        </p:nvSpPr>
        <p:spPr>
          <a:xfrm>
            <a:off x="2915336" y="1965317"/>
            <a:ext cx="2865600" cy="1115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13" type="subTitle"/>
          </p:nvPr>
        </p:nvSpPr>
        <p:spPr>
          <a:xfrm>
            <a:off x="7593871" y="1965317"/>
            <a:ext cx="2865600" cy="1115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14" type="subTitle"/>
          </p:nvPr>
        </p:nvSpPr>
        <p:spPr>
          <a:xfrm>
            <a:off x="2915336" y="4329233"/>
            <a:ext cx="2865600" cy="1115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15" type="subTitle"/>
          </p:nvPr>
        </p:nvSpPr>
        <p:spPr>
          <a:xfrm>
            <a:off x="7593871" y="4329233"/>
            <a:ext cx="2865600" cy="1115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95" name="Google Shape;195;p33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25700" y="0"/>
            <a:ext cx="1788666" cy="650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33"/>
          <p:cNvGrpSpPr/>
          <p:nvPr/>
        </p:nvGrpSpPr>
        <p:grpSpPr>
          <a:xfrm>
            <a:off x="1107162" y="648512"/>
            <a:ext cx="994380" cy="61198"/>
            <a:chOff x="830392" y="733982"/>
            <a:chExt cx="745804" cy="45900"/>
          </a:xfrm>
        </p:grpSpPr>
        <p:sp>
          <p:nvSpPr>
            <p:cNvPr id="199" name="Google Shape;199;p33"/>
            <p:cNvSpPr/>
            <p:nvPr/>
          </p:nvSpPr>
          <p:spPr>
            <a:xfrm rot="-5400000">
              <a:off x="1366796" y="570482"/>
              <a:ext cx="45900" cy="372900"/>
            </a:xfrm>
            <a:prstGeom prst="rect">
              <a:avLst/>
            </a:prstGeom>
            <a:solidFill>
              <a:srgbClr val="1D35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3"/>
            <p:cNvSpPr/>
            <p:nvPr/>
          </p:nvSpPr>
          <p:spPr>
            <a:xfrm rot="-5400000">
              <a:off x="995392" y="568982"/>
              <a:ext cx="45900" cy="3759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568700" y="4002933"/>
            <a:ext cx="7671900" cy="799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04" name="Google Shape;204;p34"/>
          <p:cNvSpPr txBox="1"/>
          <p:nvPr>
            <p:ph idx="1" type="subTitle"/>
          </p:nvPr>
        </p:nvSpPr>
        <p:spPr>
          <a:xfrm>
            <a:off x="3568814" y="2031733"/>
            <a:ext cx="7671900" cy="1971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4000"/>
              <a:buNone/>
              <a:defRPr sz="4000"/>
            </a:lvl9pPr>
          </a:lstStyle>
          <a:p/>
        </p:txBody>
      </p:sp>
      <p:cxnSp>
        <p:nvCxnSpPr>
          <p:cNvPr id="205" name="Google Shape;205;p34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4"/>
          <p:cNvCxnSpPr/>
          <p:nvPr/>
        </p:nvCxnSpPr>
        <p:spPr>
          <a:xfrm>
            <a:off x="495300" y="711200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4"/>
          <p:cNvCxnSpPr/>
          <p:nvPr/>
        </p:nvCxnSpPr>
        <p:spPr>
          <a:xfrm>
            <a:off x="495300" y="6138667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34"/>
          <p:cNvGrpSpPr/>
          <p:nvPr/>
        </p:nvGrpSpPr>
        <p:grpSpPr>
          <a:xfrm rot="5400000">
            <a:off x="-96443" y="807568"/>
            <a:ext cx="673283" cy="480012"/>
            <a:chOff x="8010525" y="533400"/>
            <a:chExt cx="504975" cy="1886100"/>
          </a:xfrm>
        </p:grpSpPr>
        <p:sp>
          <p:nvSpPr>
            <p:cNvPr id="209" name="Google Shape;209;p34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4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4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4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34"/>
          <p:cNvGrpSpPr/>
          <p:nvPr/>
        </p:nvGrpSpPr>
        <p:grpSpPr>
          <a:xfrm>
            <a:off x="10688613" y="-92"/>
            <a:ext cx="1503033" cy="1503033"/>
            <a:chOff x="9239250" y="2482600"/>
            <a:chExt cx="1886100" cy="1886100"/>
          </a:xfrm>
        </p:grpSpPr>
        <p:sp>
          <p:nvSpPr>
            <p:cNvPr id="214" name="Google Shape;214;p34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4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4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4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34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/>
          <p:nvPr/>
        </p:nvSpPr>
        <p:spPr>
          <a:xfrm>
            <a:off x="-838200" y="-371833"/>
            <a:ext cx="2375700" cy="2375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5"/>
          <p:cNvSpPr txBox="1"/>
          <p:nvPr>
            <p:ph type="title"/>
          </p:nvPr>
        </p:nvSpPr>
        <p:spPr>
          <a:xfrm>
            <a:off x="1396867" y="1447817"/>
            <a:ext cx="3789900" cy="2494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22" name="Google Shape;222;p35"/>
          <p:cNvSpPr txBox="1"/>
          <p:nvPr>
            <p:ph idx="1" type="subTitle"/>
          </p:nvPr>
        </p:nvSpPr>
        <p:spPr>
          <a:xfrm>
            <a:off x="1396867" y="3942583"/>
            <a:ext cx="3789900" cy="14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23" name="Google Shape;223;p35"/>
          <p:cNvSpPr/>
          <p:nvPr>
            <p:ph idx="2" type="pic"/>
          </p:nvPr>
        </p:nvSpPr>
        <p:spPr>
          <a:xfrm>
            <a:off x="6096000" y="719333"/>
            <a:ext cx="5145300" cy="541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24" name="Google Shape;224;p35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5"/>
          <p:cNvCxnSpPr/>
          <p:nvPr/>
        </p:nvCxnSpPr>
        <p:spPr>
          <a:xfrm>
            <a:off x="495300" y="719333"/>
            <a:ext cx="116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5"/>
          <p:cNvCxnSpPr/>
          <p:nvPr/>
        </p:nvCxnSpPr>
        <p:spPr>
          <a:xfrm>
            <a:off x="495300" y="6138667"/>
            <a:ext cx="116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7" name="Google Shape;227;p35"/>
          <p:cNvGrpSpPr/>
          <p:nvPr/>
        </p:nvGrpSpPr>
        <p:grpSpPr>
          <a:xfrm>
            <a:off x="488039" y="5339545"/>
            <a:ext cx="1598470" cy="1598470"/>
            <a:chOff x="9239250" y="2482600"/>
            <a:chExt cx="1886100" cy="1886100"/>
          </a:xfrm>
        </p:grpSpPr>
        <p:sp>
          <p:nvSpPr>
            <p:cNvPr id="228" name="Google Shape;228;p35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5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5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1481500" y="2044717"/>
            <a:ext cx="3622500" cy="1526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35" name="Google Shape;235;p36"/>
          <p:cNvSpPr txBox="1"/>
          <p:nvPr>
            <p:ph idx="1" type="subTitle"/>
          </p:nvPr>
        </p:nvSpPr>
        <p:spPr>
          <a:xfrm>
            <a:off x="1481500" y="3495483"/>
            <a:ext cx="3622500" cy="139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cxnSp>
        <p:nvCxnSpPr>
          <p:cNvPr id="236" name="Google Shape;236;p36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6"/>
          <p:cNvCxnSpPr/>
          <p:nvPr/>
        </p:nvCxnSpPr>
        <p:spPr>
          <a:xfrm>
            <a:off x="495300" y="723533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6"/>
          <p:cNvCxnSpPr/>
          <p:nvPr/>
        </p:nvCxnSpPr>
        <p:spPr>
          <a:xfrm>
            <a:off x="495300" y="6139267"/>
            <a:ext cx="1168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6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skill">
  <p:cSld name="CUSTOM_4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idx="1" type="subTitle"/>
          </p:nvPr>
        </p:nvSpPr>
        <p:spPr>
          <a:xfrm>
            <a:off x="4434000" y="2918850"/>
            <a:ext cx="3324000" cy="2777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type="title"/>
          </p:nvPr>
        </p:nvSpPr>
        <p:spPr>
          <a:xfrm>
            <a:off x="4434000" y="1161950"/>
            <a:ext cx="3324000" cy="1674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cxnSp>
        <p:nvCxnSpPr>
          <p:cNvPr id="243" name="Google Shape;243;p37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7"/>
          <p:cNvCxnSpPr/>
          <p:nvPr/>
        </p:nvCxnSpPr>
        <p:spPr>
          <a:xfrm>
            <a:off x="495300" y="711200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7"/>
          <p:cNvCxnSpPr/>
          <p:nvPr/>
        </p:nvCxnSpPr>
        <p:spPr>
          <a:xfrm>
            <a:off x="495300" y="6138667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25700" y="0"/>
            <a:ext cx="1788666" cy="650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37"/>
          <p:cNvGrpSpPr/>
          <p:nvPr/>
        </p:nvGrpSpPr>
        <p:grpSpPr>
          <a:xfrm>
            <a:off x="1107162" y="648512"/>
            <a:ext cx="994380" cy="61198"/>
            <a:chOff x="830392" y="733982"/>
            <a:chExt cx="745804" cy="45900"/>
          </a:xfrm>
        </p:grpSpPr>
        <p:sp>
          <p:nvSpPr>
            <p:cNvPr id="249" name="Google Shape;249;p37"/>
            <p:cNvSpPr/>
            <p:nvPr/>
          </p:nvSpPr>
          <p:spPr>
            <a:xfrm rot="-5400000">
              <a:off x="1366796" y="570482"/>
              <a:ext cx="45900" cy="372900"/>
            </a:xfrm>
            <a:prstGeom prst="rect">
              <a:avLst/>
            </a:prstGeom>
            <a:solidFill>
              <a:srgbClr val="1D35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7"/>
            <p:cNvSpPr/>
            <p:nvPr/>
          </p:nvSpPr>
          <p:spPr>
            <a:xfrm rot="-5400000">
              <a:off x="995392" y="568982"/>
              <a:ext cx="45900" cy="3759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37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37"/>
          <p:cNvSpPr txBox="1"/>
          <p:nvPr/>
        </p:nvSpPr>
        <p:spPr>
          <a:xfrm>
            <a:off x="718600" y="6459600"/>
            <a:ext cx="3264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888888"/>
                </a:solidFill>
                <a:latin typeface="Anaheim"/>
                <a:ea typeface="Anaheim"/>
                <a:cs typeface="Anaheim"/>
                <a:sym typeface="Anaheim"/>
              </a:rPr>
              <a:t>Proprietary &amp; Confidential</a:t>
            </a:r>
            <a:endParaRPr i="1">
              <a:solidFill>
                <a:srgbClr val="888888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idx="1" type="subTitle"/>
          </p:nvPr>
        </p:nvSpPr>
        <p:spPr>
          <a:xfrm>
            <a:off x="950967" y="4415583"/>
            <a:ext cx="6291300" cy="14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55" name="Google Shape;255;p38"/>
          <p:cNvSpPr txBox="1"/>
          <p:nvPr>
            <p:ph idx="2" type="subTitle"/>
          </p:nvPr>
        </p:nvSpPr>
        <p:spPr>
          <a:xfrm>
            <a:off x="950967" y="1710845"/>
            <a:ext cx="6291300" cy="14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56" name="Google Shape;256;p38"/>
          <p:cNvSpPr txBox="1"/>
          <p:nvPr>
            <p:ph idx="3" type="subTitle"/>
          </p:nvPr>
        </p:nvSpPr>
        <p:spPr>
          <a:xfrm>
            <a:off x="950967" y="1007617"/>
            <a:ext cx="6291300" cy="800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b="1" sz="4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38"/>
          <p:cNvSpPr txBox="1"/>
          <p:nvPr>
            <p:ph idx="4" type="subTitle"/>
          </p:nvPr>
        </p:nvSpPr>
        <p:spPr>
          <a:xfrm>
            <a:off x="952750" y="3715483"/>
            <a:ext cx="6291300" cy="800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b="1" sz="4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58" name="Google Shape;258;p38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8"/>
          <p:cNvCxnSpPr/>
          <p:nvPr/>
        </p:nvCxnSpPr>
        <p:spPr>
          <a:xfrm>
            <a:off x="495300" y="719333"/>
            <a:ext cx="116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8"/>
          <p:cNvCxnSpPr/>
          <p:nvPr/>
        </p:nvCxnSpPr>
        <p:spPr>
          <a:xfrm>
            <a:off x="495300" y="6138667"/>
            <a:ext cx="11696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8"/>
          <p:cNvSpPr/>
          <p:nvPr/>
        </p:nvSpPr>
        <p:spPr>
          <a:xfrm>
            <a:off x="-1967050" y="2374800"/>
            <a:ext cx="2451300" cy="245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38"/>
          <p:cNvGrpSpPr/>
          <p:nvPr/>
        </p:nvGrpSpPr>
        <p:grpSpPr>
          <a:xfrm>
            <a:off x="10904100" y="-2286"/>
            <a:ext cx="673283" cy="1443244"/>
            <a:chOff x="8010525" y="533400"/>
            <a:chExt cx="504975" cy="1886100"/>
          </a:xfrm>
        </p:grpSpPr>
        <p:sp>
          <p:nvSpPr>
            <p:cNvPr id="263" name="Google Shape;263;p38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8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8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8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38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70" name="Google Shape;270;p39"/>
          <p:cNvSpPr txBox="1"/>
          <p:nvPr>
            <p:ph idx="1" type="subTitle"/>
          </p:nvPr>
        </p:nvSpPr>
        <p:spPr>
          <a:xfrm>
            <a:off x="960000" y="1841833"/>
            <a:ext cx="5136000" cy="429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21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20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20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19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999999"/>
              </a:buClr>
              <a:buSzPts val="1900"/>
              <a:buFont typeface="Nunito Light"/>
              <a:buChar char="■"/>
              <a:defRPr/>
            </a:lvl9pPr>
          </a:lstStyle>
          <a:p/>
        </p:txBody>
      </p:sp>
      <p:sp>
        <p:nvSpPr>
          <p:cNvPr id="271" name="Google Shape;271;p39"/>
          <p:cNvSpPr txBox="1"/>
          <p:nvPr>
            <p:ph idx="2" type="subTitle"/>
          </p:nvPr>
        </p:nvSpPr>
        <p:spPr>
          <a:xfrm>
            <a:off x="6096000" y="1841833"/>
            <a:ext cx="5145300" cy="429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21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20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20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76A28"/>
              </a:buClr>
              <a:buSzPts val="19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9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rgbClr val="999999"/>
              </a:buClr>
              <a:buSzPts val="19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72" name="Google Shape;272;p39"/>
          <p:cNvGrpSpPr/>
          <p:nvPr/>
        </p:nvGrpSpPr>
        <p:grpSpPr>
          <a:xfrm rot="10800000">
            <a:off x="11068337" y="-8399"/>
            <a:ext cx="675859" cy="2604327"/>
            <a:chOff x="8010525" y="533400"/>
            <a:chExt cx="504975" cy="1886100"/>
          </a:xfrm>
        </p:grpSpPr>
        <p:sp>
          <p:nvSpPr>
            <p:cNvPr id="273" name="Google Shape;273;p39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9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9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9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39"/>
          <p:cNvSpPr/>
          <p:nvPr/>
        </p:nvSpPr>
        <p:spPr>
          <a:xfrm>
            <a:off x="10560100" y="5088233"/>
            <a:ext cx="2527200" cy="252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9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281" name="Google Shape;281;p40"/>
          <p:cNvSpPr txBox="1"/>
          <p:nvPr>
            <p:ph idx="1" type="subTitle"/>
          </p:nvPr>
        </p:nvSpPr>
        <p:spPr>
          <a:xfrm>
            <a:off x="1239833" y="3720767"/>
            <a:ext cx="2900400" cy="48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82" name="Google Shape;282;p40"/>
          <p:cNvSpPr txBox="1"/>
          <p:nvPr>
            <p:ph idx="2" type="subTitle"/>
          </p:nvPr>
        </p:nvSpPr>
        <p:spPr>
          <a:xfrm>
            <a:off x="4645800" y="3722705"/>
            <a:ext cx="2900400" cy="48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3" type="subTitle"/>
          </p:nvPr>
        </p:nvSpPr>
        <p:spPr>
          <a:xfrm>
            <a:off x="8051767" y="3720767"/>
            <a:ext cx="2900400" cy="48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84" name="Google Shape;284;p40"/>
          <p:cNvSpPr txBox="1"/>
          <p:nvPr>
            <p:ph idx="4" type="subTitle"/>
          </p:nvPr>
        </p:nvSpPr>
        <p:spPr>
          <a:xfrm>
            <a:off x="1239833" y="3114767"/>
            <a:ext cx="2900400" cy="606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5" name="Google Shape;285;p40"/>
          <p:cNvSpPr txBox="1"/>
          <p:nvPr>
            <p:ph idx="5" type="subTitle"/>
          </p:nvPr>
        </p:nvSpPr>
        <p:spPr>
          <a:xfrm>
            <a:off x="4645800" y="3114767"/>
            <a:ext cx="2900400" cy="606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6" name="Google Shape;286;p40"/>
          <p:cNvSpPr txBox="1"/>
          <p:nvPr>
            <p:ph idx="6" type="subTitle"/>
          </p:nvPr>
        </p:nvSpPr>
        <p:spPr>
          <a:xfrm>
            <a:off x="8051767" y="3114767"/>
            <a:ext cx="2900400" cy="606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7" name="Google Shape;287;p40"/>
          <p:cNvSpPr txBox="1"/>
          <p:nvPr>
            <p:ph idx="7" type="subTitle"/>
          </p:nvPr>
        </p:nvSpPr>
        <p:spPr>
          <a:xfrm>
            <a:off x="1239833" y="4122200"/>
            <a:ext cx="2900400" cy="170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88" name="Google Shape;288;p40"/>
          <p:cNvSpPr txBox="1"/>
          <p:nvPr>
            <p:ph idx="8" type="subTitle"/>
          </p:nvPr>
        </p:nvSpPr>
        <p:spPr>
          <a:xfrm>
            <a:off x="4645800" y="4122200"/>
            <a:ext cx="2900400" cy="170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89" name="Google Shape;289;p40"/>
          <p:cNvSpPr txBox="1"/>
          <p:nvPr>
            <p:ph idx="9" type="subTitle"/>
          </p:nvPr>
        </p:nvSpPr>
        <p:spPr>
          <a:xfrm>
            <a:off x="8051767" y="4122200"/>
            <a:ext cx="2900400" cy="170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cxnSp>
        <p:nvCxnSpPr>
          <p:cNvPr id="290" name="Google Shape;290;p40"/>
          <p:cNvCxnSpPr/>
          <p:nvPr/>
        </p:nvCxnSpPr>
        <p:spPr>
          <a:xfrm>
            <a:off x="9449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0"/>
          <p:cNvSpPr/>
          <p:nvPr/>
        </p:nvSpPr>
        <p:spPr>
          <a:xfrm>
            <a:off x="4919983" y="-838300"/>
            <a:ext cx="2451300" cy="245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40"/>
          <p:cNvGrpSpPr/>
          <p:nvPr/>
        </p:nvGrpSpPr>
        <p:grpSpPr>
          <a:xfrm rot="5400000">
            <a:off x="133334" y="5319183"/>
            <a:ext cx="673283" cy="965117"/>
            <a:chOff x="8010525" y="533400"/>
            <a:chExt cx="504975" cy="1886100"/>
          </a:xfrm>
        </p:grpSpPr>
        <p:sp>
          <p:nvSpPr>
            <p:cNvPr id="293" name="Google Shape;293;p40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0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0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0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40"/>
          <p:cNvGrpSpPr/>
          <p:nvPr/>
        </p:nvGrpSpPr>
        <p:grpSpPr>
          <a:xfrm>
            <a:off x="704515" y="204205"/>
            <a:ext cx="492964" cy="492964"/>
            <a:chOff x="-1402950" y="3124200"/>
            <a:chExt cx="634200" cy="634200"/>
          </a:xfrm>
        </p:grpSpPr>
        <p:sp>
          <p:nvSpPr>
            <p:cNvPr id="298" name="Google Shape;298;p40"/>
            <p:cNvSpPr/>
            <p:nvPr/>
          </p:nvSpPr>
          <p:spPr>
            <a:xfrm>
              <a:off x="-1219200" y="3124200"/>
              <a:ext cx="266700" cy="63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0"/>
            <p:cNvSpPr/>
            <p:nvPr/>
          </p:nvSpPr>
          <p:spPr>
            <a:xfrm rot="5400000">
              <a:off x="-1219200" y="3124200"/>
              <a:ext cx="266700" cy="63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0"/>
            <p:cNvSpPr/>
            <p:nvPr/>
          </p:nvSpPr>
          <p:spPr>
            <a:xfrm>
              <a:off x="-1402950" y="3124200"/>
              <a:ext cx="634200" cy="63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1" name="Google Shape;301;p40"/>
            <p:cNvCxnSpPr>
              <a:stCxn id="300" idx="2"/>
              <a:endCxn id="300" idx="6"/>
            </p:cNvCxnSpPr>
            <p:nvPr/>
          </p:nvCxnSpPr>
          <p:spPr>
            <a:xfrm>
              <a:off x="-1402950" y="3441300"/>
              <a:ext cx="634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02" name="Google Shape;302;p40"/>
          <p:cNvCxnSpPr/>
          <p:nvPr/>
        </p:nvCxnSpPr>
        <p:spPr>
          <a:xfrm>
            <a:off x="11241033" y="-12700"/>
            <a:ext cx="0" cy="688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40"/>
          <p:cNvCxnSpPr/>
          <p:nvPr/>
        </p:nvCxnSpPr>
        <p:spPr>
          <a:xfrm>
            <a:off x="944933" y="6138667"/>
            <a:ext cx="1030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4" name="Google Shape;304;p40"/>
          <p:cNvGrpSpPr/>
          <p:nvPr/>
        </p:nvGrpSpPr>
        <p:grpSpPr>
          <a:xfrm>
            <a:off x="10442139" y="176045"/>
            <a:ext cx="1598470" cy="1598470"/>
            <a:chOff x="9239250" y="2482600"/>
            <a:chExt cx="1886100" cy="1886100"/>
          </a:xfrm>
        </p:grpSpPr>
        <p:sp>
          <p:nvSpPr>
            <p:cNvPr id="305" name="Google Shape;305;p40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0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0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0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40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/>
          <p:nvPr/>
        </p:nvSpPr>
        <p:spPr>
          <a:xfrm>
            <a:off x="-431800" y="-671867"/>
            <a:ext cx="2375700" cy="2375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41"/>
          <p:cNvGrpSpPr/>
          <p:nvPr/>
        </p:nvGrpSpPr>
        <p:grpSpPr>
          <a:xfrm rot="5400000">
            <a:off x="919364" y="5720278"/>
            <a:ext cx="675859" cy="1523969"/>
            <a:chOff x="8010525" y="533400"/>
            <a:chExt cx="504975" cy="1886100"/>
          </a:xfrm>
        </p:grpSpPr>
        <p:sp>
          <p:nvSpPr>
            <p:cNvPr id="313" name="Google Shape;313;p41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1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1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1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41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" type="subTitle"/>
          </p:nvPr>
        </p:nvSpPr>
        <p:spPr>
          <a:xfrm>
            <a:off x="1491900" y="2547568"/>
            <a:ext cx="3844500" cy="1037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19" name="Google Shape;319;p41"/>
          <p:cNvSpPr txBox="1"/>
          <p:nvPr>
            <p:ph idx="2" type="subTitle"/>
          </p:nvPr>
        </p:nvSpPr>
        <p:spPr>
          <a:xfrm>
            <a:off x="6634367" y="2547567"/>
            <a:ext cx="3844500" cy="1037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20" name="Google Shape;320;p41"/>
          <p:cNvSpPr txBox="1"/>
          <p:nvPr>
            <p:ph idx="3" type="subTitle"/>
          </p:nvPr>
        </p:nvSpPr>
        <p:spPr>
          <a:xfrm>
            <a:off x="1706233" y="4713929"/>
            <a:ext cx="3844500" cy="1037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21" name="Google Shape;321;p41"/>
          <p:cNvSpPr txBox="1"/>
          <p:nvPr>
            <p:ph idx="4" type="subTitle"/>
          </p:nvPr>
        </p:nvSpPr>
        <p:spPr>
          <a:xfrm>
            <a:off x="6848867" y="4710137"/>
            <a:ext cx="3844500" cy="1037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22" name="Google Shape;322;p41"/>
          <p:cNvSpPr txBox="1"/>
          <p:nvPr>
            <p:ph idx="5" type="subTitle"/>
          </p:nvPr>
        </p:nvSpPr>
        <p:spPr>
          <a:xfrm>
            <a:off x="1491900" y="1987658"/>
            <a:ext cx="3844500" cy="56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41"/>
          <p:cNvSpPr txBox="1"/>
          <p:nvPr>
            <p:ph idx="6" type="subTitle"/>
          </p:nvPr>
        </p:nvSpPr>
        <p:spPr>
          <a:xfrm>
            <a:off x="1706233" y="4149634"/>
            <a:ext cx="3844500" cy="56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4" name="Google Shape;324;p41"/>
          <p:cNvSpPr txBox="1"/>
          <p:nvPr>
            <p:ph idx="7" type="subTitle"/>
          </p:nvPr>
        </p:nvSpPr>
        <p:spPr>
          <a:xfrm>
            <a:off x="6633570" y="1987658"/>
            <a:ext cx="3838800" cy="56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41"/>
          <p:cNvSpPr txBox="1"/>
          <p:nvPr>
            <p:ph idx="8" type="subTitle"/>
          </p:nvPr>
        </p:nvSpPr>
        <p:spPr>
          <a:xfrm>
            <a:off x="6848867" y="4149634"/>
            <a:ext cx="3844500" cy="56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326" name="Google Shape;326;p41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95300" y="6139267"/>
            <a:ext cx="1168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41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" type="subTitle"/>
          </p:nvPr>
        </p:nvSpPr>
        <p:spPr>
          <a:xfrm>
            <a:off x="1478867" y="2747833"/>
            <a:ext cx="2648100" cy="8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2" name="Google Shape;332;p42"/>
          <p:cNvSpPr txBox="1"/>
          <p:nvPr>
            <p:ph idx="2" type="subTitle"/>
          </p:nvPr>
        </p:nvSpPr>
        <p:spPr>
          <a:xfrm>
            <a:off x="4772000" y="2747833"/>
            <a:ext cx="2648100" cy="8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3" name="Google Shape;333;p42"/>
          <p:cNvSpPr txBox="1"/>
          <p:nvPr>
            <p:ph idx="3" type="subTitle"/>
          </p:nvPr>
        </p:nvSpPr>
        <p:spPr>
          <a:xfrm>
            <a:off x="1478867" y="5068008"/>
            <a:ext cx="2648100" cy="8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4" name="Google Shape;334;p42"/>
          <p:cNvSpPr txBox="1"/>
          <p:nvPr>
            <p:ph idx="4" type="subTitle"/>
          </p:nvPr>
        </p:nvSpPr>
        <p:spPr>
          <a:xfrm>
            <a:off x="4772000" y="5068008"/>
            <a:ext cx="2648100" cy="8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5" name="Google Shape;335;p42"/>
          <p:cNvSpPr txBox="1"/>
          <p:nvPr>
            <p:ph idx="5" type="subTitle"/>
          </p:nvPr>
        </p:nvSpPr>
        <p:spPr>
          <a:xfrm>
            <a:off x="8065133" y="2747833"/>
            <a:ext cx="2648100" cy="8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6" name="Google Shape;336;p42"/>
          <p:cNvSpPr txBox="1"/>
          <p:nvPr>
            <p:ph idx="6" type="subTitle"/>
          </p:nvPr>
        </p:nvSpPr>
        <p:spPr>
          <a:xfrm>
            <a:off x="8065133" y="5068008"/>
            <a:ext cx="2648100" cy="8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7" name="Google Shape;337;p42"/>
          <p:cNvSpPr txBox="1"/>
          <p:nvPr>
            <p:ph idx="7" type="subTitle"/>
          </p:nvPr>
        </p:nvSpPr>
        <p:spPr>
          <a:xfrm>
            <a:off x="1484067" y="2344317"/>
            <a:ext cx="2637600" cy="502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8" name="Google Shape;338;p42"/>
          <p:cNvSpPr txBox="1"/>
          <p:nvPr>
            <p:ph idx="8" type="subTitle"/>
          </p:nvPr>
        </p:nvSpPr>
        <p:spPr>
          <a:xfrm>
            <a:off x="4777200" y="2344317"/>
            <a:ext cx="2637600" cy="502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9" name="Google Shape;339;p42"/>
          <p:cNvSpPr txBox="1"/>
          <p:nvPr>
            <p:ph idx="9" type="subTitle"/>
          </p:nvPr>
        </p:nvSpPr>
        <p:spPr>
          <a:xfrm>
            <a:off x="8070333" y="2344317"/>
            <a:ext cx="2637600" cy="502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0" name="Google Shape;340;p42"/>
          <p:cNvSpPr txBox="1"/>
          <p:nvPr>
            <p:ph idx="13" type="subTitle"/>
          </p:nvPr>
        </p:nvSpPr>
        <p:spPr>
          <a:xfrm>
            <a:off x="1484067" y="4675674"/>
            <a:ext cx="2637600" cy="502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1" name="Google Shape;341;p42"/>
          <p:cNvSpPr txBox="1"/>
          <p:nvPr>
            <p:ph idx="14" type="subTitle"/>
          </p:nvPr>
        </p:nvSpPr>
        <p:spPr>
          <a:xfrm>
            <a:off x="4777200" y="4675674"/>
            <a:ext cx="2637600" cy="502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2" name="Google Shape;342;p42"/>
          <p:cNvSpPr txBox="1"/>
          <p:nvPr>
            <p:ph idx="15" type="subTitle"/>
          </p:nvPr>
        </p:nvSpPr>
        <p:spPr>
          <a:xfrm>
            <a:off x="8070333" y="4675674"/>
            <a:ext cx="2637600" cy="502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343" name="Google Shape;343;p42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42"/>
          <p:cNvCxnSpPr/>
          <p:nvPr/>
        </p:nvCxnSpPr>
        <p:spPr>
          <a:xfrm>
            <a:off x="495300" y="6139274"/>
            <a:ext cx="1170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42"/>
          <p:cNvSpPr/>
          <p:nvPr/>
        </p:nvSpPr>
        <p:spPr>
          <a:xfrm>
            <a:off x="11241033" y="4063133"/>
            <a:ext cx="2149200" cy="2149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6" name="Google Shape;346;p42"/>
          <p:cNvGrpSpPr/>
          <p:nvPr/>
        </p:nvGrpSpPr>
        <p:grpSpPr>
          <a:xfrm rot="5400000">
            <a:off x="-84862" y="804008"/>
            <a:ext cx="673283" cy="503400"/>
            <a:chOff x="8010525" y="533400"/>
            <a:chExt cx="504975" cy="1886100"/>
          </a:xfrm>
        </p:grpSpPr>
        <p:sp>
          <p:nvSpPr>
            <p:cNvPr id="347" name="Google Shape;347;p42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2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2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42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8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/>
          <p:nvPr/>
        </p:nvSpPr>
        <p:spPr>
          <a:xfrm>
            <a:off x="-1408167" y="5207000"/>
            <a:ext cx="2527200" cy="252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3"/>
          <p:cNvSpPr txBox="1"/>
          <p:nvPr>
            <p:ph hasCustomPrompt="1" type="title"/>
          </p:nvPr>
        </p:nvSpPr>
        <p:spPr>
          <a:xfrm>
            <a:off x="1955933" y="2387600"/>
            <a:ext cx="1488300" cy="5424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5" name="Google Shape;355;p43"/>
          <p:cNvSpPr txBox="1"/>
          <p:nvPr>
            <p:ph idx="1" type="subTitle"/>
          </p:nvPr>
        </p:nvSpPr>
        <p:spPr>
          <a:xfrm>
            <a:off x="1251333" y="4838900"/>
            <a:ext cx="2897700" cy="101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6" name="Google Shape;356;p43"/>
          <p:cNvSpPr txBox="1"/>
          <p:nvPr>
            <p:ph idx="2" type="subTitle"/>
          </p:nvPr>
        </p:nvSpPr>
        <p:spPr>
          <a:xfrm>
            <a:off x="1251333" y="4262800"/>
            <a:ext cx="2897700" cy="587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7" name="Google Shape;357;p43"/>
          <p:cNvSpPr txBox="1"/>
          <p:nvPr>
            <p:ph hasCustomPrompt="1" idx="3" type="title"/>
          </p:nvPr>
        </p:nvSpPr>
        <p:spPr>
          <a:xfrm>
            <a:off x="5351800" y="2387600"/>
            <a:ext cx="1488300" cy="5424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8" name="Google Shape;358;p43"/>
          <p:cNvSpPr txBox="1"/>
          <p:nvPr>
            <p:ph idx="4" type="subTitle"/>
          </p:nvPr>
        </p:nvSpPr>
        <p:spPr>
          <a:xfrm>
            <a:off x="4647200" y="4838900"/>
            <a:ext cx="2897700" cy="101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9" name="Google Shape;359;p43"/>
          <p:cNvSpPr txBox="1"/>
          <p:nvPr>
            <p:ph idx="5" type="subTitle"/>
          </p:nvPr>
        </p:nvSpPr>
        <p:spPr>
          <a:xfrm>
            <a:off x="4647200" y="4262800"/>
            <a:ext cx="2897700" cy="587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0" name="Google Shape;360;p43"/>
          <p:cNvSpPr txBox="1"/>
          <p:nvPr>
            <p:ph hasCustomPrompt="1" idx="6" type="title"/>
          </p:nvPr>
        </p:nvSpPr>
        <p:spPr>
          <a:xfrm>
            <a:off x="8747667" y="2387600"/>
            <a:ext cx="1488300" cy="5424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1" name="Google Shape;361;p43"/>
          <p:cNvSpPr txBox="1"/>
          <p:nvPr>
            <p:ph idx="7" type="subTitle"/>
          </p:nvPr>
        </p:nvSpPr>
        <p:spPr>
          <a:xfrm>
            <a:off x="8043067" y="4838900"/>
            <a:ext cx="2897700" cy="101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62" name="Google Shape;362;p43"/>
          <p:cNvSpPr txBox="1"/>
          <p:nvPr>
            <p:ph idx="8" type="subTitle"/>
          </p:nvPr>
        </p:nvSpPr>
        <p:spPr>
          <a:xfrm>
            <a:off x="8043067" y="4262800"/>
            <a:ext cx="2897700" cy="587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3" name="Google Shape;363;p43"/>
          <p:cNvSpPr txBox="1"/>
          <p:nvPr>
            <p:ph idx="9"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cxnSp>
        <p:nvCxnSpPr>
          <p:cNvPr id="364" name="Google Shape;364;p43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3"/>
          <p:cNvCxnSpPr/>
          <p:nvPr/>
        </p:nvCxnSpPr>
        <p:spPr>
          <a:xfrm>
            <a:off x="495300" y="6139267"/>
            <a:ext cx="1168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6" name="Google Shape;366;p43"/>
          <p:cNvGrpSpPr/>
          <p:nvPr/>
        </p:nvGrpSpPr>
        <p:grpSpPr>
          <a:xfrm rot="5400000">
            <a:off x="-566609" y="-335421"/>
            <a:ext cx="675859" cy="1433625"/>
            <a:chOff x="8010525" y="533400"/>
            <a:chExt cx="504975" cy="1886100"/>
          </a:xfrm>
        </p:grpSpPr>
        <p:sp>
          <p:nvSpPr>
            <p:cNvPr id="367" name="Google Shape;367;p43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3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3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3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43"/>
          <p:cNvGrpSpPr/>
          <p:nvPr/>
        </p:nvGrpSpPr>
        <p:grpSpPr>
          <a:xfrm>
            <a:off x="10455348" y="78"/>
            <a:ext cx="1572064" cy="1572064"/>
            <a:chOff x="9239250" y="2482600"/>
            <a:chExt cx="1886100" cy="1886100"/>
          </a:xfrm>
        </p:grpSpPr>
        <p:sp>
          <p:nvSpPr>
            <p:cNvPr id="372" name="Google Shape;372;p43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3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3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3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43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/>
          <p:nvPr/>
        </p:nvSpPr>
        <p:spPr>
          <a:xfrm>
            <a:off x="-1500283" y="-426400"/>
            <a:ext cx="2451300" cy="2451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9" name="Google Shape;379;p44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0" name="Google Shape;380;p44"/>
          <p:cNvGrpSpPr/>
          <p:nvPr/>
        </p:nvGrpSpPr>
        <p:grpSpPr>
          <a:xfrm>
            <a:off x="950650" y="6138680"/>
            <a:ext cx="673283" cy="1443244"/>
            <a:chOff x="8010525" y="533400"/>
            <a:chExt cx="504975" cy="1886100"/>
          </a:xfrm>
        </p:grpSpPr>
        <p:sp>
          <p:nvSpPr>
            <p:cNvPr id="381" name="Google Shape;381;p44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44"/>
          <p:cNvGrpSpPr/>
          <p:nvPr/>
        </p:nvGrpSpPr>
        <p:grpSpPr>
          <a:xfrm>
            <a:off x="10442139" y="79"/>
            <a:ext cx="1598470" cy="1598470"/>
            <a:chOff x="9239250" y="2482600"/>
            <a:chExt cx="1886100" cy="1886100"/>
          </a:xfrm>
        </p:grpSpPr>
        <p:sp>
          <p:nvSpPr>
            <p:cNvPr id="386" name="Google Shape;386;p44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4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4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44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391" name="Google Shape;391;p44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cxnSp>
        <p:nvCxnSpPr>
          <p:cNvPr id="394" name="Google Shape;394;p45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5"/>
          <p:cNvCxnSpPr/>
          <p:nvPr/>
        </p:nvCxnSpPr>
        <p:spPr>
          <a:xfrm>
            <a:off x="495300" y="6138667"/>
            <a:ext cx="1172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45"/>
          <p:cNvSpPr/>
          <p:nvPr/>
        </p:nvSpPr>
        <p:spPr>
          <a:xfrm>
            <a:off x="10628983" y="-1324933"/>
            <a:ext cx="2451300" cy="245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45"/>
          <p:cNvGrpSpPr/>
          <p:nvPr/>
        </p:nvGrpSpPr>
        <p:grpSpPr>
          <a:xfrm rot="5400000">
            <a:off x="-81267" y="787936"/>
            <a:ext cx="637632" cy="500382"/>
            <a:chOff x="8010525" y="533400"/>
            <a:chExt cx="504975" cy="1886100"/>
          </a:xfrm>
        </p:grpSpPr>
        <p:sp>
          <p:nvSpPr>
            <p:cNvPr id="398" name="Google Shape;398;p45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5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5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5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45"/>
          <p:cNvGrpSpPr/>
          <p:nvPr/>
        </p:nvGrpSpPr>
        <p:grpSpPr>
          <a:xfrm>
            <a:off x="-80726" y="5570199"/>
            <a:ext cx="1136941" cy="1136941"/>
            <a:chOff x="9239250" y="2482600"/>
            <a:chExt cx="1886100" cy="1886100"/>
          </a:xfrm>
        </p:grpSpPr>
        <p:sp>
          <p:nvSpPr>
            <p:cNvPr id="403" name="Google Shape;403;p45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5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5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5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7" name="Google Shape;407;p45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type="title"/>
          </p:nvPr>
        </p:nvSpPr>
        <p:spPr>
          <a:xfrm>
            <a:off x="951000" y="1098500"/>
            <a:ext cx="6102300" cy="1795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121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9pPr>
          </a:lstStyle>
          <a:p/>
        </p:txBody>
      </p:sp>
      <p:sp>
        <p:nvSpPr>
          <p:cNvPr id="410" name="Google Shape;410;p46"/>
          <p:cNvSpPr txBox="1"/>
          <p:nvPr>
            <p:ph idx="1" type="subTitle"/>
          </p:nvPr>
        </p:nvSpPr>
        <p:spPr>
          <a:xfrm>
            <a:off x="7835900" y="1098500"/>
            <a:ext cx="2819700" cy="1795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411" name="Google Shape;411;p46"/>
          <p:cNvSpPr txBox="1"/>
          <p:nvPr/>
        </p:nvSpPr>
        <p:spPr>
          <a:xfrm>
            <a:off x="1192267" y="4841333"/>
            <a:ext cx="46881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lang="en-US" sz="15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b="1" lang="en-US" sz="1500" u="sng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US" sz="15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and includes icons by </a:t>
            </a:r>
            <a:r>
              <a:rPr b="1" lang="en-US" sz="1500" u="sng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US" sz="15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and infographics &amp; images by </a:t>
            </a:r>
            <a:r>
              <a:rPr b="1" lang="en-US" sz="1500" u="sng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US" sz="1500" u="sng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endParaRPr b="1" sz="1500" u="sng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cxnSp>
        <p:nvCxnSpPr>
          <p:cNvPr id="412" name="Google Shape;412;p46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3" name="Google Shape;413;p46"/>
          <p:cNvGrpSpPr/>
          <p:nvPr/>
        </p:nvGrpSpPr>
        <p:grpSpPr>
          <a:xfrm>
            <a:off x="11241038" y="2463"/>
            <a:ext cx="675859" cy="1433625"/>
            <a:chOff x="8010525" y="533400"/>
            <a:chExt cx="504975" cy="1886100"/>
          </a:xfrm>
        </p:grpSpPr>
        <p:sp>
          <p:nvSpPr>
            <p:cNvPr id="414" name="Google Shape;414;p46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46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/>
          <p:nvPr/>
        </p:nvSpPr>
        <p:spPr>
          <a:xfrm>
            <a:off x="10450817" y="-1054200"/>
            <a:ext cx="2451300" cy="2451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1" name="Google Shape;421;p47"/>
          <p:cNvCxnSpPr/>
          <p:nvPr/>
        </p:nvCxnSpPr>
        <p:spPr>
          <a:xfrm>
            <a:off x="4877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7"/>
          <p:cNvCxnSpPr/>
          <p:nvPr/>
        </p:nvCxnSpPr>
        <p:spPr>
          <a:xfrm>
            <a:off x="116764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7"/>
          <p:cNvCxnSpPr/>
          <p:nvPr/>
        </p:nvCxnSpPr>
        <p:spPr>
          <a:xfrm>
            <a:off x="495300" y="335374"/>
            <a:ext cx="1170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47"/>
          <p:cNvCxnSpPr/>
          <p:nvPr/>
        </p:nvCxnSpPr>
        <p:spPr>
          <a:xfrm>
            <a:off x="-25400" y="6507574"/>
            <a:ext cx="1170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5" name="Google Shape;425;p47"/>
          <p:cNvGrpSpPr/>
          <p:nvPr/>
        </p:nvGrpSpPr>
        <p:grpSpPr>
          <a:xfrm>
            <a:off x="613038" y="335363"/>
            <a:ext cx="675859" cy="1433625"/>
            <a:chOff x="8010525" y="533400"/>
            <a:chExt cx="504975" cy="1886100"/>
          </a:xfrm>
        </p:grpSpPr>
        <p:sp>
          <p:nvSpPr>
            <p:cNvPr id="426" name="Google Shape;426;p47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7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7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7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47"/>
          <p:cNvGrpSpPr/>
          <p:nvPr/>
        </p:nvGrpSpPr>
        <p:grpSpPr>
          <a:xfrm>
            <a:off x="5364931" y="5073804"/>
            <a:ext cx="1433625" cy="1433625"/>
            <a:chOff x="9239250" y="2482600"/>
            <a:chExt cx="1886100" cy="1886100"/>
          </a:xfrm>
        </p:grpSpPr>
        <p:sp>
          <p:nvSpPr>
            <p:cNvPr id="431" name="Google Shape;431;p47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7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7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7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47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/>
          <p:nvPr/>
        </p:nvSpPr>
        <p:spPr>
          <a:xfrm>
            <a:off x="-1028817" y="-292200"/>
            <a:ext cx="2451300" cy="2451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8" name="Google Shape;438;p48"/>
          <p:cNvCxnSpPr/>
          <p:nvPr/>
        </p:nvCxnSpPr>
        <p:spPr>
          <a:xfrm>
            <a:off x="950967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11241033" y="-8392"/>
            <a:ext cx="0" cy="687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-25400" y="719341"/>
            <a:ext cx="11277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8"/>
          <p:cNvCxnSpPr/>
          <p:nvPr/>
        </p:nvCxnSpPr>
        <p:spPr>
          <a:xfrm>
            <a:off x="965200" y="6138667"/>
            <a:ext cx="1122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2" name="Google Shape;442;p48"/>
          <p:cNvGrpSpPr/>
          <p:nvPr/>
        </p:nvGrpSpPr>
        <p:grpSpPr>
          <a:xfrm>
            <a:off x="950650" y="6138680"/>
            <a:ext cx="673283" cy="1443244"/>
            <a:chOff x="8010525" y="533400"/>
            <a:chExt cx="504975" cy="1886100"/>
          </a:xfrm>
        </p:grpSpPr>
        <p:sp>
          <p:nvSpPr>
            <p:cNvPr id="443" name="Google Shape;443;p48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8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8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8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48"/>
          <p:cNvGrpSpPr/>
          <p:nvPr/>
        </p:nvGrpSpPr>
        <p:grpSpPr>
          <a:xfrm>
            <a:off x="10442139" y="-79788"/>
            <a:ext cx="1598470" cy="1598470"/>
            <a:chOff x="9239250" y="2482600"/>
            <a:chExt cx="1886100" cy="1886100"/>
          </a:xfrm>
        </p:grpSpPr>
        <p:sp>
          <p:nvSpPr>
            <p:cNvPr id="448" name="Google Shape;448;p48"/>
            <p:cNvSpPr/>
            <p:nvPr/>
          </p:nvSpPr>
          <p:spPr>
            <a:xfrm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8"/>
            <p:cNvSpPr/>
            <p:nvPr/>
          </p:nvSpPr>
          <p:spPr>
            <a:xfrm rot="5400000">
              <a:off x="10153650" y="2482600"/>
              <a:ext cx="57300" cy="18861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8"/>
            <p:cNvSpPr/>
            <p:nvPr/>
          </p:nvSpPr>
          <p:spPr>
            <a:xfrm rot="81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8"/>
            <p:cNvSpPr/>
            <p:nvPr/>
          </p:nvSpPr>
          <p:spPr>
            <a:xfrm rot="2700000">
              <a:off x="10153608" y="2482439"/>
              <a:ext cx="57276" cy="1886278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48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-Company">
  <p:cSld name="Start-Company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-Company 1">
  <p:cSld name="Start-Company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/>
          <p:nvPr/>
        </p:nvSpPr>
        <p:spPr>
          <a:xfrm>
            <a:off x="0" y="438675"/>
            <a:ext cx="540900" cy="936000"/>
          </a:xfrm>
          <a:prstGeom prst="rect">
            <a:avLst/>
          </a:prstGeom>
          <a:solidFill>
            <a:srgbClr val="98DC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1"/>
          <p:cNvSpPr txBox="1"/>
          <p:nvPr>
            <p:ph type="title"/>
          </p:nvPr>
        </p:nvSpPr>
        <p:spPr>
          <a:xfrm>
            <a:off x="687250" y="475275"/>
            <a:ext cx="11215500" cy="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CD6B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60" name="Google Shape;460;p51"/>
          <p:cNvSpPr txBox="1"/>
          <p:nvPr>
            <p:ph idx="1" type="subTitle"/>
          </p:nvPr>
        </p:nvSpPr>
        <p:spPr>
          <a:xfrm>
            <a:off x="731125" y="2047175"/>
            <a:ext cx="111864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61" name="Google Shape;461;p51"/>
          <p:cNvSpPr txBox="1"/>
          <p:nvPr>
            <p:ph idx="2" type="body"/>
          </p:nvPr>
        </p:nvSpPr>
        <p:spPr>
          <a:xfrm>
            <a:off x="775000" y="3450925"/>
            <a:ext cx="11127600" cy="3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❖"/>
              <a:defRPr sz="2000">
                <a:latin typeface="Avenir"/>
                <a:ea typeface="Avenir"/>
                <a:cs typeface="Avenir"/>
                <a:sym typeface="Avenir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➢"/>
              <a:defRPr sz="2000"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◆"/>
              <a:defRPr sz="2000">
                <a:latin typeface="Avenir"/>
                <a:ea typeface="Avenir"/>
                <a:cs typeface="Avenir"/>
                <a:sym typeface="Avenir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➢"/>
              <a:defRPr sz="2000">
                <a:latin typeface="Avenir"/>
                <a:ea typeface="Avenir"/>
                <a:cs typeface="Avenir"/>
                <a:sym typeface="Avenir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◆"/>
              <a:defRPr sz="2000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-Company 1 1">
  <p:cSld name="Start-Company_1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2"/>
          <p:cNvSpPr/>
          <p:nvPr/>
        </p:nvSpPr>
        <p:spPr>
          <a:xfrm>
            <a:off x="0" y="438675"/>
            <a:ext cx="540900" cy="936000"/>
          </a:xfrm>
          <a:prstGeom prst="rect">
            <a:avLst/>
          </a:prstGeom>
          <a:solidFill>
            <a:srgbClr val="98DC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2"/>
          <p:cNvSpPr txBox="1"/>
          <p:nvPr>
            <p:ph type="title"/>
          </p:nvPr>
        </p:nvSpPr>
        <p:spPr>
          <a:xfrm>
            <a:off x="687250" y="475275"/>
            <a:ext cx="11215500" cy="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CD6B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s slide layout">
  <p:cSld name="1_Contents slide layou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3"/>
          <p:cNvSpPr txBox="1"/>
          <p:nvPr>
            <p:ph idx="1" type="body"/>
          </p:nvPr>
        </p:nvSpPr>
        <p:spPr>
          <a:xfrm>
            <a:off x="323529" y="339509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tyle slide layout">
  <p:cSld name="6_Style slide layout">
    <p:bg>
      <p:bgPr>
        <a:solidFill>
          <a:schemeClr val="lt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5"/>
          <p:cNvSpPr txBox="1"/>
          <p:nvPr>
            <p:ph idx="1" type="body"/>
          </p:nvPr>
        </p:nvSpPr>
        <p:spPr>
          <a:xfrm>
            <a:off x="323529" y="339509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6"/>
          <p:cNvSpPr/>
          <p:nvPr>
            <p:ph idx="2" type="pic"/>
          </p:nvPr>
        </p:nvSpPr>
        <p:spPr>
          <a:xfrm>
            <a:off x="1012500" y="1876778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00" lIns="182825" spcFirstLastPara="1" rIns="182825" wrap="square" tIns="914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472" name="Google Shape;472;p56"/>
          <p:cNvSpPr/>
          <p:nvPr>
            <p:ph idx="3" type="pic"/>
          </p:nvPr>
        </p:nvSpPr>
        <p:spPr>
          <a:xfrm>
            <a:off x="4311214" y="1876778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00" lIns="182825" spcFirstLastPara="1" rIns="182825" wrap="square" tIns="914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473" name="Google Shape;473;p56"/>
          <p:cNvSpPr/>
          <p:nvPr>
            <p:ph idx="4" type="pic"/>
          </p:nvPr>
        </p:nvSpPr>
        <p:spPr>
          <a:xfrm>
            <a:off x="7499863" y="1876778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00" lIns="182825" spcFirstLastPara="1" rIns="182825" wrap="square" tIns="914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474" name="Google Shape;474;p56"/>
          <p:cNvSpPr txBox="1"/>
          <p:nvPr/>
        </p:nvSpPr>
        <p:spPr>
          <a:xfrm>
            <a:off x="11557902" y="303535"/>
            <a:ext cx="40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" name="Google Shape;475;p56"/>
          <p:cNvSpPr/>
          <p:nvPr/>
        </p:nvSpPr>
        <p:spPr>
          <a:xfrm>
            <a:off x="654571" y="6497100"/>
            <a:ext cx="10870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© 2019 Tudip Technologies. All Rights Reserved. 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tyle slide layout">
  <p:cSld name="4_Style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Slide 1">
  <p:cSld name="Master Slide 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8"/>
          <p:cNvSpPr/>
          <p:nvPr/>
        </p:nvSpPr>
        <p:spPr>
          <a:xfrm>
            <a:off x="654571" y="6497100"/>
            <a:ext cx="10870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© 2019 Tudip Technologies. All Rights Reserved. 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Images &amp; Contents Layout">
  <p:cSld name="14_Images &amp; Contents Layout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9"/>
          <p:cNvSpPr/>
          <p:nvPr>
            <p:ph idx="2" type="pic"/>
          </p:nvPr>
        </p:nvSpPr>
        <p:spPr>
          <a:xfrm>
            <a:off x="280706" y="395209"/>
            <a:ext cx="11617200" cy="290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1" name="Google Shape;481;p59"/>
          <p:cNvSpPr/>
          <p:nvPr>
            <p:ph idx="3" type="pic"/>
          </p:nvPr>
        </p:nvSpPr>
        <p:spPr>
          <a:xfrm>
            <a:off x="858527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2" name="Google Shape;482;p59"/>
          <p:cNvSpPr/>
          <p:nvPr>
            <p:ph idx="4" type="pic"/>
          </p:nvPr>
        </p:nvSpPr>
        <p:spPr>
          <a:xfrm>
            <a:off x="3628466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3" name="Google Shape;483;p59"/>
          <p:cNvSpPr/>
          <p:nvPr>
            <p:ph idx="5" type="pic"/>
          </p:nvPr>
        </p:nvSpPr>
        <p:spPr>
          <a:xfrm>
            <a:off x="6398405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4" name="Google Shape;484;p59"/>
          <p:cNvSpPr/>
          <p:nvPr>
            <p:ph idx="6" type="pic"/>
          </p:nvPr>
        </p:nvSpPr>
        <p:spPr>
          <a:xfrm>
            <a:off x="9168343" y="2695539"/>
            <a:ext cx="2161500" cy="2160300"/>
          </a:xfrm>
          <a:prstGeom prst="rect">
            <a:avLst/>
          </a:prstGeom>
          <a:solidFill>
            <a:srgbClr val="F2F2F2"/>
          </a:solidFill>
          <a:ln cap="flat" cmpd="sng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NTENTS LAYOUT_18">
  <p:cSld name="IMAGE AND CONTENTS LAYOUT_18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"/>
          <p:cNvSpPr/>
          <p:nvPr>
            <p:ph idx="2" type="pic"/>
          </p:nvPr>
        </p:nvSpPr>
        <p:spPr>
          <a:xfrm>
            <a:off x="729574" y="1515298"/>
            <a:ext cx="3300600" cy="478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7" name="Google Shape;487;p60"/>
          <p:cNvSpPr/>
          <p:nvPr>
            <p:ph idx="3" type="pic"/>
          </p:nvPr>
        </p:nvSpPr>
        <p:spPr>
          <a:xfrm>
            <a:off x="8212091" y="1515298"/>
            <a:ext cx="3300600" cy="478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8" name="Google Shape;488;p60"/>
          <p:cNvSpPr txBox="1"/>
          <p:nvPr>
            <p:ph type="title"/>
          </p:nvPr>
        </p:nvSpPr>
        <p:spPr>
          <a:xfrm>
            <a:off x="0" y="260648"/>
            <a:ext cx="121920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Images &amp; Contents">
  <p:cSld name="36_Images &amp; Contents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/>
          <p:nvPr>
            <p:ph idx="2" type="pic"/>
          </p:nvPr>
        </p:nvSpPr>
        <p:spPr>
          <a:xfrm>
            <a:off x="3" y="3255649"/>
            <a:ext cx="11904000" cy="360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tyle slide layout">
  <p:cSld name="2_Style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solidFill>
          <a:schemeClr val="accent1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Meet_the_team1">
  <p:cSld name="4_Meet_the_team1">
    <p:bg>
      <p:bgPr>
        <a:solidFill>
          <a:schemeClr val="lt2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4"/>
          <p:cNvSpPr/>
          <p:nvPr>
            <p:ph idx="2" type="pic"/>
          </p:nvPr>
        </p:nvSpPr>
        <p:spPr>
          <a:xfrm>
            <a:off x="1290293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495" name="Google Shape;495;p64"/>
          <p:cNvSpPr/>
          <p:nvPr>
            <p:ph idx="3" type="pic"/>
          </p:nvPr>
        </p:nvSpPr>
        <p:spPr>
          <a:xfrm>
            <a:off x="3896748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496" name="Google Shape;496;p64"/>
          <p:cNvSpPr/>
          <p:nvPr>
            <p:ph idx="4" type="pic"/>
          </p:nvPr>
        </p:nvSpPr>
        <p:spPr>
          <a:xfrm>
            <a:off x="6549860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497" name="Google Shape;497;p64"/>
          <p:cNvSpPr/>
          <p:nvPr>
            <p:ph idx="5" type="pic"/>
          </p:nvPr>
        </p:nvSpPr>
        <p:spPr>
          <a:xfrm>
            <a:off x="9135072" y="2132954"/>
            <a:ext cx="18225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498" name="Google Shape;498;p64"/>
          <p:cNvSpPr txBox="1"/>
          <p:nvPr/>
        </p:nvSpPr>
        <p:spPr>
          <a:xfrm>
            <a:off x="11578226" y="303534"/>
            <a:ext cx="36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300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13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499" name="Google Shape;499;p64"/>
          <p:cNvSpPr/>
          <p:nvPr/>
        </p:nvSpPr>
        <p:spPr>
          <a:xfrm>
            <a:off x="654570" y="6420900"/>
            <a:ext cx="108702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© 2019 Tudip Technologies. All Rights Reserved. 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22000" y="6266569"/>
            <a:ext cx="884125" cy="382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50" y="6239577"/>
            <a:ext cx="1117624" cy="436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66"/>
          <p:cNvGrpSpPr/>
          <p:nvPr/>
        </p:nvGrpSpPr>
        <p:grpSpPr>
          <a:xfrm>
            <a:off x="-13750" y="-10766"/>
            <a:ext cx="12219195" cy="6892994"/>
            <a:chOff x="-10312" y="-8075"/>
            <a:chExt cx="9164625" cy="5169875"/>
          </a:xfrm>
        </p:grpSpPr>
        <p:sp>
          <p:nvSpPr>
            <p:cNvPr id="505" name="Google Shape;505;p66"/>
            <p:cNvSpPr/>
            <p:nvPr/>
          </p:nvSpPr>
          <p:spPr>
            <a:xfrm>
              <a:off x="-10312" y="-8075"/>
              <a:ext cx="9164625" cy="5159650"/>
            </a:xfrm>
            <a:custGeom>
              <a:rect b="b" l="l" r="r" t="t"/>
              <a:pathLst>
                <a:path extrusionOk="0" h="206386" w="366585">
                  <a:moveTo>
                    <a:pt x="0" y="0"/>
                  </a:moveTo>
                  <a:lnTo>
                    <a:pt x="0" y="206386"/>
                  </a:lnTo>
                  <a:lnTo>
                    <a:pt x="366585" y="20638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</p:sp>
        <p:sp>
          <p:nvSpPr>
            <p:cNvPr id="506" name="Google Shape;506;p66"/>
            <p:cNvSpPr/>
            <p:nvPr/>
          </p:nvSpPr>
          <p:spPr>
            <a:xfrm rot="10800000">
              <a:off x="-10312" y="2150"/>
              <a:ext cx="9164625" cy="5159650"/>
            </a:xfrm>
            <a:custGeom>
              <a:rect b="b" l="l" r="r" t="t"/>
              <a:pathLst>
                <a:path extrusionOk="0" h="206386" w="366585">
                  <a:moveTo>
                    <a:pt x="0" y="0"/>
                  </a:moveTo>
                  <a:lnTo>
                    <a:pt x="0" y="206386"/>
                  </a:lnTo>
                  <a:lnTo>
                    <a:pt x="366585" y="206386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</p:sp>
      </p:grpSp>
      <p:sp>
        <p:nvSpPr>
          <p:cNvPr id="507" name="Google Shape;507;p66"/>
          <p:cNvSpPr txBox="1"/>
          <p:nvPr/>
        </p:nvSpPr>
        <p:spPr>
          <a:xfrm>
            <a:off x="9979137" y="5870651"/>
            <a:ext cx="18171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Proprietary + Confidential</a:t>
            </a:r>
            <a:endParaRPr b="0" i="0" sz="900" u="none" cap="none" strike="noStrike">
              <a:solidFill>
                <a:srgbClr val="66666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8" name="Google Shape;508;p66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7"/>
          <p:cNvSpPr txBox="1"/>
          <p:nvPr>
            <p:ph type="title"/>
          </p:nvPr>
        </p:nvSpPr>
        <p:spPr>
          <a:xfrm>
            <a:off x="972600" y="818494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000"/>
              <a:buNone/>
              <a:defRPr sz="4000">
                <a:solidFill>
                  <a:srgbClr val="666666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grpSp>
        <p:nvGrpSpPr>
          <p:cNvPr id="512" name="Google Shape;512;p67"/>
          <p:cNvGrpSpPr/>
          <p:nvPr/>
        </p:nvGrpSpPr>
        <p:grpSpPr>
          <a:xfrm>
            <a:off x="1107162" y="648519"/>
            <a:ext cx="994380" cy="61198"/>
            <a:chOff x="830392" y="733982"/>
            <a:chExt cx="745804" cy="45900"/>
          </a:xfrm>
        </p:grpSpPr>
        <p:sp>
          <p:nvSpPr>
            <p:cNvPr id="513" name="Google Shape;513;p67"/>
            <p:cNvSpPr/>
            <p:nvPr/>
          </p:nvSpPr>
          <p:spPr>
            <a:xfrm rot="-5400000">
              <a:off x="1366796" y="570482"/>
              <a:ext cx="45900" cy="372900"/>
            </a:xfrm>
            <a:prstGeom prst="rect">
              <a:avLst/>
            </a:prstGeom>
            <a:solidFill>
              <a:srgbClr val="1D356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67"/>
            <p:cNvSpPr/>
            <p:nvPr/>
          </p:nvSpPr>
          <p:spPr>
            <a:xfrm rot="-5400000">
              <a:off x="995392" y="568982"/>
              <a:ext cx="45900" cy="3759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5" name="Google Shape;515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06350" y="51852"/>
            <a:ext cx="1321425" cy="531874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67"/>
          <p:cNvSpPr txBox="1"/>
          <p:nvPr/>
        </p:nvSpPr>
        <p:spPr>
          <a:xfrm>
            <a:off x="10167400" y="6535800"/>
            <a:ext cx="1974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Proprietary &amp; Confidential</a:t>
            </a:r>
            <a:endParaRPr i="1"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68"/>
          <p:cNvSpPr txBox="1"/>
          <p:nvPr>
            <p:ph type="title"/>
          </p:nvPr>
        </p:nvSpPr>
        <p:spPr>
          <a:xfrm>
            <a:off x="970200" y="820367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0" name="Google Shape;520;p68"/>
          <p:cNvSpPr txBox="1"/>
          <p:nvPr>
            <p:ph idx="1" type="body"/>
          </p:nvPr>
        </p:nvSpPr>
        <p:spPr>
          <a:xfrm>
            <a:off x="970200" y="1732400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venir"/>
              <a:buChar char="●"/>
              <a:defRPr sz="1900">
                <a:latin typeface="Avenir"/>
                <a:ea typeface="Avenir"/>
                <a:cs typeface="Avenir"/>
                <a:sym typeface="Avenir"/>
              </a:defRPr>
            </a:lvl1pPr>
            <a:lvl2pPr indent="-323850" lvl="1" marL="914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○"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323850" lvl="2" marL="1371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■"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323850" lvl="3" marL="18288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323850" lvl="4" marL="22860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○"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23850" lvl="5" marL="2743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■"/>
              <a:defRPr>
                <a:latin typeface="Avenir"/>
                <a:ea typeface="Avenir"/>
                <a:cs typeface="Avenir"/>
                <a:sym typeface="Avenir"/>
              </a:defRPr>
            </a:lvl6pPr>
            <a:lvl7pPr indent="-323850" lvl="6" marL="32004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7pPr>
            <a:lvl8pPr indent="-323850" lvl="7" marL="36576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Avenir"/>
              <a:buChar char="○"/>
              <a:defRPr>
                <a:latin typeface="Avenir"/>
                <a:ea typeface="Avenir"/>
                <a:cs typeface="Avenir"/>
                <a:sym typeface="Avenir"/>
              </a:defRPr>
            </a:lvl8pPr>
            <a:lvl9pPr indent="-323850" lvl="8" marL="411480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Avenir"/>
              <a:buChar char="■"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21" name="Google Shape;521;p68"/>
          <p:cNvSpPr/>
          <p:nvPr/>
        </p:nvSpPr>
        <p:spPr>
          <a:xfrm rot="-5400000">
            <a:off x="1819944" y="432459"/>
            <a:ext cx="61200" cy="497100"/>
          </a:xfrm>
          <a:prstGeom prst="rect">
            <a:avLst/>
          </a:prstGeom>
          <a:solidFill>
            <a:srgbClr val="1D356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8"/>
          <p:cNvSpPr/>
          <p:nvPr/>
        </p:nvSpPr>
        <p:spPr>
          <a:xfrm rot="-5400000">
            <a:off x="1324839" y="430359"/>
            <a:ext cx="61200" cy="501300"/>
          </a:xfrm>
          <a:prstGeom prst="rect">
            <a:avLst/>
          </a:prstGeom>
          <a:solidFill>
            <a:srgbClr val="AE22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8367" y="134833"/>
            <a:ext cx="885566" cy="383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24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44.xml"/><Relationship Id="rId28" Type="http://schemas.openxmlformats.org/officeDocument/2006/relationships/theme" Target="../theme/theme5.xml"/><Relationship Id="rId27" Type="http://schemas.openxmlformats.org/officeDocument/2006/relationships/slideLayout" Target="../slideLayouts/slideLayout46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7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7250" y="475275"/>
            <a:ext cx="112155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CD6B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75000" y="3450925"/>
            <a:ext cx="11127600" cy="3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○"/>
              <a:defRPr sz="2000"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○"/>
              <a:defRPr sz="2000">
                <a:latin typeface="Avenir"/>
                <a:ea typeface="Avenir"/>
                <a:cs typeface="Avenir"/>
                <a:sym typeface="Avenir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○"/>
              <a:defRPr sz="2000">
                <a:latin typeface="Avenir"/>
                <a:ea typeface="Avenir"/>
                <a:cs typeface="Avenir"/>
                <a:sym typeface="Avenir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950967" y="593367"/>
            <a:ext cx="10290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Space Grotesk"/>
              <a:buNone/>
              <a:defRPr b="1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●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49250" lvl="1" marL="9144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○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49250" lvl="2" marL="13716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■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49250" lvl="3" marL="18288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●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49250" lvl="4" marL="22860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○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49250" lvl="5" marL="27432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■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49250" lvl="6" marL="32004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●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49250" lvl="7" marL="365760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naheim"/>
              <a:buChar char="○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49250" lvl="8" marL="411480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Anaheim"/>
              <a:buChar char="■"/>
              <a:defRPr sz="19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lvl="2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lvl="3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lvl="4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lvl="5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lvl="6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lvl="7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lvl="8" rtl="0" algn="r">
              <a:buNone/>
              <a:defRPr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687250" y="475275"/>
            <a:ext cx="112155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4CD6B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5" name="Google Shape;455;p49"/>
          <p:cNvSpPr txBox="1"/>
          <p:nvPr>
            <p:ph idx="1" type="body"/>
          </p:nvPr>
        </p:nvSpPr>
        <p:spPr>
          <a:xfrm>
            <a:off x="775000" y="3450925"/>
            <a:ext cx="11127600" cy="3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○"/>
              <a:defRPr sz="2000"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○"/>
              <a:defRPr sz="2000">
                <a:latin typeface="Avenir"/>
                <a:ea typeface="Avenir"/>
                <a:cs typeface="Avenir"/>
                <a:sym typeface="Avenir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●"/>
              <a:defRPr sz="2000">
                <a:latin typeface="Avenir"/>
                <a:ea typeface="Avenir"/>
                <a:cs typeface="Avenir"/>
                <a:sym typeface="Avenir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○"/>
              <a:defRPr sz="2000">
                <a:latin typeface="Avenir"/>
                <a:ea typeface="Avenir"/>
                <a:cs typeface="Avenir"/>
                <a:sym typeface="Avenir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Avenir"/>
              <a:buChar char="■"/>
              <a:defRPr sz="2000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71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leadership@tudip.com" TargetMode="External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21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5.png"/><Relationship Id="rId8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24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5" Type="http://schemas.openxmlformats.org/officeDocument/2006/relationships/image" Target="../media/image19.png"/><Relationship Id="rId14" Type="http://schemas.openxmlformats.org/officeDocument/2006/relationships/image" Target="../media/image28.png"/><Relationship Id="rId17" Type="http://schemas.openxmlformats.org/officeDocument/2006/relationships/hyperlink" Target="http://www.tudip.com" TargetMode="External"/><Relationship Id="rId16" Type="http://schemas.openxmlformats.org/officeDocument/2006/relationships/image" Target="../media/image26.png"/><Relationship Id="rId19" Type="http://schemas.openxmlformats.org/officeDocument/2006/relationships/image" Target="../media/image30.png"/><Relationship Id="rId1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1"/>
          <p:cNvSpPr/>
          <p:nvPr/>
        </p:nvSpPr>
        <p:spPr>
          <a:xfrm>
            <a:off x="8789817" y="-64033"/>
            <a:ext cx="2451300" cy="245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71"/>
          <p:cNvSpPr txBox="1"/>
          <p:nvPr>
            <p:ph type="ctrTitle"/>
          </p:nvPr>
        </p:nvSpPr>
        <p:spPr>
          <a:xfrm>
            <a:off x="2095433" y="-118867"/>
            <a:ext cx="9145500" cy="2341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/>
              <a:t>Tudip Technologies</a:t>
            </a:r>
            <a:endParaRPr sz="5100"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3000"/>
              <a:t>How to find good bugs?</a:t>
            </a:r>
            <a:endParaRPr sz="3000"/>
          </a:p>
        </p:txBody>
      </p:sp>
      <p:grpSp>
        <p:nvGrpSpPr>
          <p:cNvPr id="532" name="Google Shape;532;p71"/>
          <p:cNvGrpSpPr/>
          <p:nvPr/>
        </p:nvGrpSpPr>
        <p:grpSpPr>
          <a:xfrm>
            <a:off x="1193400" y="25412"/>
            <a:ext cx="673283" cy="2248043"/>
            <a:chOff x="8010525" y="533400"/>
            <a:chExt cx="504975" cy="1886100"/>
          </a:xfrm>
        </p:grpSpPr>
        <p:sp>
          <p:nvSpPr>
            <p:cNvPr id="533" name="Google Shape;533;p71"/>
            <p:cNvSpPr/>
            <p:nvPr/>
          </p:nvSpPr>
          <p:spPr>
            <a:xfrm>
              <a:off x="8458200" y="533400"/>
              <a:ext cx="57300" cy="18861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1"/>
            <p:cNvSpPr/>
            <p:nvPr/>
          </p:nvSpPr>
          <p:spPr>
            <a:xfrm>
              <a:off x="8315325" y="533400"/>
              <a:ext cx="57300" cy="18861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1"/>
            <p:cNvSpPr/>
            <p:nvPr/>
          </p:nvSpPr>
          <p:spPr>
            <a:xfrm>
              <a:off x="8153400" y="533400"/>
              <a:ext cx="57300" cy="18861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1"/>
            <p:cNvSpPr/>
            <p:nvPr/>
          </p:nvSpPr>
          <p:spPr>
            <a:xfrm>
              <a:off x="8010525" y="533400"/>
              <a:ext cx="57300" cy="1886100"/>
            </a:xfrm>
            <a:prstGeom prst="rect">
              <a:avLst/>
            </a:prstGeom>
            <a:solidFill>
              <a:srgbClr val="AE22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37" name="Google Shape;537;p71"/>
          <p:cNvPicPr preferRelativeResize="0"/>
          <p:nvPr/>
        </p:nvPicPr>
        <p:blipFill rotWithShape="1">
          <a:blip r:embed="rId3">
            <a:alphaModFix/>
          </a:blip>
          <a:srcRect b="0" l="-4112" r="0" t="0"/>
          <a:stretch/>
        </p:blipFill>
        <p:spPr>
          <a:xfrm>
            <a:off x="9120300" y="3362183"/>
            <a:ext cx="1449400" cy="577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8" name="Google Shape;538;p71"/>
          <p:cNvGrpSpPr/>
          <p:nvPr/>
        </p:nvGrpSpPr>
        <p:grpSpPr>
          <a:xfrm>
            <a:off x="489282" y="2865850"/>
            <a:ext cx="11710779" cy="3546311"/>
            <a:chOff x="366975" y="2492350"/>
            <a:chExt cx="8801788" cy="2659800"/>
          </a:xfrm>
        </p:grpSpPr>
        <p:cxnSp>
          <p:nvCxnSpPr>
            <p:cNvPr id="539" name="Google Shape;539;p71"/>
            <p:cNvCxnSpPr/>
            <p:nvPr/>
          </p:nvCxnSpPr>
          <p:spPr>
            <a:xfrm>
              <a:off x="366975" y="2492925"/>
              <a:ext cx="8795400" cy="0"/>
            </a:xfrm>
            <a:prstGeom prst="straightConnector1">
              <a:avLst/>
            </a:prstGeom>
            <a:noFill/>
            <a:ln cap="flat" cmpd="sng" w="19050">
              <a:solidFill>
                <a:srgbClr val="96100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71"/>
            <p:cNvCxnSpPr/>
            <p:nvPr/>
          </p:nvCxnSpPr>
          <p:spPr>
            <a:xfrm>
              <a:off x="6034175" y="2492350"/>
              <a:ext cx="0" cy="2659800"/>
            </a:xfrm>
            <a:prstGeom prst="straightConnector1">
              <a:avLst/>
            </a:prstGeom>
            <a:noFill/>
            <a:ln cap="flat" cmpd="sng" w="19050">
              <a:solidFill>
                <a:srgbClr val="96100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71"/>
            <p:cNvCxnSpPr/>
            <p:nvPr/>
          </p:nvCxnSpPr>
          <p:spPr>
            <a:xfrm>
              <a:off x="6031063" y="4005875"/>
              <a:ext cx="3137700" cy="0"/>
            </a:xfrm>
            <a:prstGeom prst="straightConnector1">
              <a:avLst/>
            </a:prstGeom>
            <a:noFill/>
            <a:ln cap="flat" cmpd="sng" w="19050">
              <a:solidFill>
                <a:srgbClr val="96100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2" name="Google Shape;542;p71"/>
          <p:cNvGrpSpPr/>
          <p:nvPr/>
        </p:nvGrpSpPr>
        <p:grpSpPr>
          <a:xfrm>
            <a:off x="661759" y="2910172"/>
            <a:ext cx="7496694" cy="3546404"/>
            <a:chOff x="528412" y="935419"/>
            <a:chExt cx="8382751" cy="4089016"/>
          </a:xfrm>
        </p:grpSpPr>
        <p:grpSp>
          <p:nvGrpSpPr>
            <p:cNvPr id="543" name="Google Shape;543;p71"/>
            <p:cNvGrpSpPr/>
            <p:nvPr/>
          </p:nvGrpSpPr>
          <p:grpSpPr>
            <a:xfrm>
              <a:off x="3495056" y="1659148"/>
              <a:ext cx="2250057" cy="2031013"/>
              <a:chOff x="1100801" y="1385725"/>
              <a:chExt cx="3343821" cy="3218721"/>
            </a:xfrm>
          </p:grpSpPr>
          <p:sp>
            <p:nvSpPr>
              <p:cNvPr id="544" name="Google Shape;544;p71"/>
              <p:cNvSpPr/>
              <p:nvPr/>
            </p:nvSpPr>
            <p:spPr>
              <a:xfrm>
                <a:off x="3892199" y="3039957"/>
                <a:ext cx="329305" cy="1069291"/>
              </a:xfrm>
              <a:custGeom>
                <a:rect b="b" l="l" r="r" t="t"/>
                <a:pathLst>
                  <a:path extrusionOk="0" h="11248" w="3464">
                    <a:moveTo>
                      <a:pt x="1460" y="1173"/>
                    </a:moveTo>
                    <a:cubicBezTo>
                      <a:pt x="2605" y="0"/>
                      <a:pt x="3464" y="1488"/>
                      <a:pt x="3349" y="2948"/>
                    </a:cubicBezTo>
                    <a:cubicBezTo>
                      <a:pt x="3235" y="4350"/>
                      <a:pt x="2004" y="9215"/>
                      <a:pt x="2233" y="11247"/>
                    </a:cubicBezTo>
                    <a:lnTo>
                      <a:pt x="1775" y="11247"/>
                    </a:lnTo>
                    <a:cubicBezTo>
                      <a:pt x="630" y="8643"/>
                      <a:pt x="1" y="2662"/>
                      <a:pt x="1460" y="1173"/>
                    </a:cubicBezTo>
                    <a:close/>
                  </a:path>
                </a:pathLst>
              </a:custGeom>
              <a:solidFill>
                <a:srgbClr val="90D1C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71"/>
              <p:cNvSpPr/>
              <p:nvPr/>
            </p:nvSpPr>
            <p:spPr>
              <a:xfrm>
                <a:off x="3971103" y="3170482"/>
                <a:ext cx="147066" cy="938767"/>
              </a:xfrm>
              <a:custGeom>
                <a:rect b="b" l="l" r="r" t="t"/>
                <a:pathLst>
                  <a:path extrusionOk="0" h="9875" w="1547">
                    <a:moveTo>
                      <a:pt x="1117" y="9874"/>
                    </a:moveTo>
                    <a:cubicBezTo>
                      <a:pt x="1" y="5753"/>
                      <a:pt x="1403" y="87"/>
                      <a:pt x="1432" y="58"/>
                    </a:cubicBezTo>
                    <a:cubicBezTo>
                      <a:pt x="1432" y="29"/>
                      <a:pt x="1460" y="1"/>
                      <a:pt x="1489" y="1"/>
                    </a:cubicBezTo>
                    <a:cubicBezTo>
                      <a:pt x="1546" y="1"/>
                      <a:pt x="1546" y="58"/>
                      <a:pt x="1546" y="87"/>
                    </a:cubicBezTo>
                    <a:cubicBezTo>
                      <a:pt x="1546" y="87"/>
                      <a:pt x="115" y="5811"/>
                      <a:pt x="1260" y="9874"/>
                    </a:cubicBezTo>
                    <a:close/>
                  </a:path>
                </a:pathLst>
              </a:custGeom>
              <a:solidFill>
                <a:srgbClr val="94B9CA"/>
              </a:solidFill>
              <a:ln cap="flat" cmpd="sng" w="9525">
                <a:solidFill>
                  <a:srgbClr val="AFDCD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71"/>
              <p:cNvSpPr/>
              <p:nvPr/>
            </p:nvSpPr>
            <p:spPr>
              <a:xfrm>
                <a:off x="4071777" y="3333709"/>
                <a:ext cx="372845" cy="775540"/>
              </a:xfrm>
              <a:custGeom>
                <a:rect b="b" l="l" r="r" t="t"/>
                <a:pathLst>
                  <a:path extrusionOk="0" h="8158" w="3922">
                    <a:moveTo>
                      <a:pt x="2405" y="659"/>
                    </a:moveTo>
                    <a:cubicBezTo>
                      <a:pt x="3607" y="1"/>
                      <a:pt x="3922" y="1403"/>
                      <a:pt x="3435" y="2548"/>
                    </a:cubicBezTo>
                    <a:cubicBezTo>
                      <a:pt x="3063" y="3521"/>
                      <a:pt x="1346" y="6354"/>
                      <a:pt x="688" y="8157"/>
                    </a:cubicBezTo>
                    <a:lnTo>
                      <a:pt x="58" y="8157"/>
                    </a:lnTo>
                    <a:cubicBezTo>
                      <a:pt x="1" y="5639"/>
                      <a:pt x="974" y="1403"/>
                      <a:pt x="2405" y="659"/>
                    </a:cubicBezTo>
                    <a:close/>
                  </a:path>
                </a:pathLst>
              </a:custGeom>
              <a:solidFill>
                <a:srgbClr val="AFDCDD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71"/>
              <p:cNvSpPr/>
              <p:nvPr/>
            </p:nvSpPr>
            <p:spPr>
              <a:xfrm>
                <a:off x="4098966" y="3431721"/>
                <a:ext cx="263996" cy="677528"/>
              </a:xfrm>
              <a:custGeom>
                <a:rect b="b" l="l" r="r" t="t"/>
                <a:pathLst>
                  <a:path extrusionOk="0" h="7127" w="2777">
                    <a:moveTo>
                      <a:pt x="1" y="7126"/>
                    </a:moveTo>
                    <a:cubicBezTo>
                      <a:pt x="402" y="3721"/>
                      <a:pt x="2662" y="29"/>
                      <a:pt x="2662" y="29"/>
                    </a:cubicBezTo>
                    <a:cubicBezTo>
                      <a:pt x="2691" y="0"/>
                      <a:pt x="2720" y="0"/>
                      <a:pt x="2748" y="0"/>
                    </a:cubicBezTo>
                    <a:cubicBezTo>
                      <a:pt x="2777" y="29"/>
                      <a:pt x="2777" y="57"/>
                      <a:pt x="2748" y="86"/>
                    </a:cubicBezTo>
                    <a:cubicBezTo>
                      <a:pt x="2748" y="86"/>
                      <a:pt x="487" y="3778"/>
                      <a:pt x="87" y="7126"/>
                    </a:cubicBezTo>
                    <a:close/>
                  </a:path>
                </a:pathLst>
              </a:custGeom>
              <a:solidFill>
                <a:srgbClr val="7CA8B6"/>
              </a:solidFill>
              <a:ln cap="flat" cmpd="sng" w="9525">
                <a:solidFill>
                  <a:srgbClr val="90D1C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71"/>
              <p:cNvSpPr/>
              <p:nvPr/>
            </p:nvSpPr>
            <p:spPr>
              <a:xfrm>
                <a:off x="3685432" y="3499693"/>
                <a:ext cx="378264" cy="609557"/>
              </a:xfrm>
              <a:custGeom>
                <a:rect b="b" l="l" r="r" t="t"/>
                <a:pathLst>
                  <a:path extrusionOk="0" h="6412" w="3979">
                    <a:moveTo>
                      <a:pt x="1374" y="516"/>
                    </a:moveTo>
                    <a:cubicBezTo>
                      <a:pt x="201" y="1"/>
                      <a:pt x="1" y="1317"/>
                      <a:pt x="516" y="2376"/>
                    </a:cubicBezTo>
                    <a:cubicBezTo>
                      <a:pt x="888" y="3092"/>
                      <a:pt x="2147" y="4866"/>
                      <a:pt x="3006" y="6411"/>
                    </a:cubicBezTo>
                    <a:lnTo>
                      <a:pt x="3979" y="6411"/>
                    </a:lnTo>
                    <a:cubicBezTo>
                      <a:pt x="3635" y="4093"/>
                      <a:pt x="2576" y="1031"/>
                      <a:pt x="1374" y="516"/>
                    </a:cubicBezTo>
                    <a:close/>
                  </a:path>
                </a:pathLst>
              </a:custGeom>
              <a:solidFill>
                <a:srgbClr val="AFDCDD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71"/>
              <p:cNvSpPr/>
              <p:nvPr/>
            </p:nvSpPr>
            <p:spPr>
              <a:xfrm>
                <a:off x="3758918" y="3586773"/>
                <a:ext cx="272171" cy="525234"/>
              </a:xfrm>
              <a:custGeom>
                <a:rect b="b" l="l" r="r" t="t"/>
                <a:pathLst>
                  <a:path extrusionOk="0" h="5525" w="2863">
                    <a:moveTo>
                      <a:pt x="2862" y="5495"/>
                    </a:moveTo>
                    <a:cubicBezTo>
                      <a:pt x="2204" y="3549"/>
                      <a:pt x="1288" y="1689"/>
                      <a:pt x="115" y="29"/>
                    </a:cubicBezTo>
                    <a:cubicBezTo>
                      <a:pt x="86" y="1"/>
                      <a:pt x="58" y="1"/>
                      <a:pt x="29" y="29"/>
                    </a:cubicBezTo>
                    <a:cubicBezTo>
                      <a:pt x="0" y="29"/>
                      <a:pt x="0" y="58"/>
                      <a:pt x="29" y="86"/>
                    </a:cubicBezTo>
                    <a:cubicBezTo>
                      <a:pt x="1202" y="1746"/>
                      <a:pt x="2118" y="3578"/>
                      <a:pt x="2748" y="5524"/>
                    </a:cubicBezTo>
                    <a:close/>
                  </a:path>
                </a:pathLst>
              </a:custGeom>
              <a:solidFill>
                <a:srgbClr val="1E3F4D"/>
              </a:solidFill>
              <a:ln cap="flat" cmpd="sng" w="9525">
                <a:solidFill>
                  <a:srgbClr val="90D1C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71"/>
              <p:cNvSpPr/>
              <p:nvPr/>
            </p:nvSpPr>
            <p:spPr>
              <a:xfrm>
                <a:off x="3862349" y="4022077"/>
                <a:ext cx="361912" cy="114363"/>
              </a:xfrm>
              <a:custGeom>
                <a:rect b="b" l="l" r="r" t="t"/>
                <a:pathLst>
                  <a:path extrusionOk="0" h="1203" w="3807">
                    <a:moveTo>
                      <a:pt x="172" y="1"/>
                    </a:moveTo>
                    <a:cubicBezTo>
                      <a:pt x="86" y="1"/>
                      <a:pt x="0" y="86"/>
                      <a:pt x="0" y="172"/>
                    </a:cubicBezTo>
                    <a:lnTo>
                      <a:pt x="0" y="1031"/>
                    </a:lnTo>
                    <a:cubicBezTo>
                      <a:pt x="0" y="1117"/>
                      <a:pt x="86" y="1203"/>
                      <a:pt x="172" y="1203"/>
                    </a:cubicBezTo>
                    <a:lnTo>
                      <a:pt x="3606" y="1203"/>
                    </a:lnTo>
                    <a:cubicBezTo>
                      <a:pt x="3721" y="1203"/>
                      <a:pt x="3806" y="1117"/>
                      <a:pt x="3806" y="1031"/>
                    </a:cubicBezTo>
                    <a:lnTo>
                      <a:pt x="3806" y="172"/>
                    </a:lnTo>
                    <a:cubicBezTo>
                      <a:pt x="3806" y="86"/>
                      <a:pt x="3721" y="1"/>
                      <a:pt x="3606" y="1"/>
                    </a:cubicBezTo>
                    <a:close/>
                  </a:path>
                </a:pathLst>
              </a:custGeom>
              <a:solidFill>
                <a:srgbClr val="F8DBC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71"/>
              <p:cNvSpPr/>
              <p:nvPr/>
            </p:nvSpPr>
            <p:spPr>
              <a:xfrm>
                <a:off x="3881362" y="4087387"/>
                <a:ext cx="323886" cy="225874"/>
              </a:xfrm>
              <a:custGeom>
                <a:rect b="b" l="l" r="r" t="t"/>
                <a:pathLst>
                  <a:path extrusionOk="0" h="2376" w="3407">
                    <a:moveTo>
                      <a:pt x="2834" y="0"/>
                    </a:moveTo>
                    <a:lnTo>
                      <a:pt x="573" y="0"/>
                    </a:lnTo>
                    <a:lnTo>
                      <a:pt x="0" y="516"/>
                    </a:lnTo>
                    <a:lnTo>
                      <a:pt x="458" y="2376"/>
                    </a:lnTo>
                    <a:lnTo>
                      <a:pt x="1689" y="2376"/>
                    </a:lnTo>
                    <a:lnTo>
                      <a:pt x="2948" y="2376"/>
                    </a:lnTo>
                    <a:lnTo>
                      <a:pt x="3406" y="516"/>
                    </a:lnTo>
                    <a:close/>
                  </a:path>
                </a:pathLst>
              </a:custGeom>
              <a:solidFill>
                <a:srgbClr val="FFB17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71"/>
              <p:cNvSpPr/>
              <p:nvPr/>
            </p:nvSpPr>
            <p:spPr>
              <a:xfrm>
                <a:off x="3881362" y="4136346"/>
                <a:ext cx="323886" cy="98012"/>
              </a:xfrm>
              <a:custGeom>
                <a:rect b="b" l="l" r="r" t="t"/>
                <a:pathLst>
                  <a:path extrusionOk="0" h="1031" w="3407">
                    <a:moveTo>
                      <a:pt x="0" y="1"/>
                    </a:moveTo>
                    <a:lnTo>
                      <a:pt x="86" y="401"/>
                    </a:lnTo>
                    <a:lnTo>
                      <a:pt x="3148" y="1031"/>
                    </a:lnTo>
                    <a:lnTo>
                      <a:pt x="3406" y="1"/>
                    </a:lnTo>
                    <a:close/>
                  </a:path>
                </a:pathLst>
              </a:custGeom>
              <a:solidFill>
                <a:srgbClr val="F8DBC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71"/>
              <p:cNvSpPr/>
              <p:nvPr/>
            </p:nvSpPr>
            <p:spPr>
              <a:xfrm>
                <a:off x="1367459" y="2933769"/>
                <a:ext cx="100769" cy="122539"/>
              </a:xfrm>
              <a:custGeom>
                <a:rect b="b" l="l" r="r" t="t"/>
                <a:pathLst>
                  <a:path extrusionOk="0" h="1289" w="1060">
                    <a:moveTo>
                      <a:pt x="1002" y="945"/>
                    </a:moveTo>
                    <a:lnTo>
                      <a:pt x="229" y="115"/>
                    </a:lnTo>
                    <a:cubicBezTo>
                      <a:pt x="229" y="115"/>
                      <a:pt x="115" y="1"/>
                      <a:pt x="57" y="115"/>
                    </a:cubicBezTo>
                    <a:cubicBezTo>
                      <a:pt x="0" y="201"/>
                      <a:pt x="115" y="402"/>
                      <a:pt x="172" y="487"/>
                    </a:cubicBezTo>
                    <a:lnTo>
                      <a:pt x="573" y="1289"/>
                    </a:lnTo>
                    <a:lnTo>
                      <a:pt x="1059" y="1203"/>
                    </a:ln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71"/>
              <p:cNvSpPr/>
              <p:nvPr/>
            </p:nvSpPr>
            <p:spPr>
              <a:xfrm>
                <a:off x="1318501" y="2950120"/>
                <a:ext cx="138795" cy="117120"/>
              </a:xfrm>
              <a:custGeom>
                <a:rect b="b" l="l" r="r" t="t"/>
                <a:pathLst>
                  <a:path extrusionOk="0" h="1232" w="1460">
                    <a:moveTo>
                      <a:pt x="1317" y="745"/>
                    </a:moveTo>
                    <a:lnTo>
                      <a:pt x="229" y="58"/>
                    </a:lnTo>
                    <a:cubicBezTo>
                      <a:pt x="229" y="58"/>
                      <a:pt x="86" y="1"/>
                      <a:pt x="57" y="115"/>
                    </a:cubicBezTo>
                    <a:cubicBezTo>
                      <a:pt x="0" y="230"/>
                      <a:pt x="200" y="401"/>
                      <a:pt x="286" y="487"/>
                    </a:cubicBezTo>
                    <a:cubicBezTo>
                      <a:pt x="372" y="602"/>
                      <a:pt x="944" y="1231"/>
                      <a:pt x="944" y="1231"/>
                    </a:cubicBezTo>
                    <a:lnTo>
                      <a:pt x="1460" y="1031"/>
                    </a:ln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71"/>
              <p:cNvSpPr/>
              <p:nvPr/>
            </p:nvSpPr>
            <p:spPr>
              <a:xfrm>
                <a:off x="4058183" y="2933769"/>
                <a:ext cx="103526" cy="122539"/>
              </a:xfrm>
              <a:custGeom>
                <a:rect b="b" l="l" r="r" t="t"/>
                <a:pathLst>
                  <a:path extrusionOk="0" h="1289" w="1089">
                    <a:moveTo>
                      <a:pt x="58" y="945"/>
                    </a:moveTo>
                    <a:lnTo>
                      <a:pt x="831" y="115"/>
                    </a:lnTo>
                    <a:cubicBezTo>
                      <a:pt x="831" y="115"/>
                      <a:pt x="945" y="1"/>
                      <a:pt x="1002" y="115"/>
                    </a:cubicBezTo>
                    <a:cubicBezTo>
                      <a:pt x="1088" y="201"/>
                      <a:pt x="945" y="402"/>
                      <a:pt x="916" y="487"/>
                    </a:cubicBezTo>
                    <a:lnTo>
                      <a:pt x="516" y="1289"/>
                    </a:lnTo>
                    <a:lnTo>
                      <a:pt x="1" y="1203"/>
                    </a:ln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71"/>
              <p:cNvSpPr/>
              <p:nvPr/>
            </p:nvSpPr>
            <p:spPr>
              <a:xfrm>
                <a:off x="4069115" y="2950120"/>
                <a:ext cx="138795" cy="117120"/>
              </a:xfrm>
              <a:custGeom>
                <a:rect b="b" l="l" r="r" t="t"/>
                <a:pathLst>
                  <a:path extrusionOk="0" h="1232" w="1460">
                    <a:moveTo>
                      <a:pt x="143" y="745"/>
                    </a:moveTo>
                    <a:lnTo>
                      <a:pt x="1231" y="58"/>
                    </a:lnTo>
                    <a:cubicBezTo>
                      <a:pt x="1231" y="58"/>
                      <a:pt x="1374" y="1"/>
                      <a:pt x="1402" y="115"/>
                    </a:cubicBezTo>
                    <a:cubicBezTo>
                      <a:pt x="1460" y="230"/>
                      <a:pt x="1288" y="401"/>
                      <a:pt x="1202" y="487"/>
                    </a:cubicBezTo>
                    <a:cubicBezTo>
                      <a:pt x="1116" y="602"/>
                      <a:pt x="515" y="1231"/>
                      <a:pt x="515" y="1231"/>
                    </a:cubicBezTo>
                    <a:lnTo>
                      <a:pt x="0" y="1031"/>
                    </a:ln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71"/>
              <p:cNvSpPr/>
              <p:nvPr/>
            </p:nvSpPr>
            <p:spPr>
              <a:xfrm>
                <a:off x="2186350" y="1385725"/>
                <a:ext cx="1311517" cy="1662402"/>
              </a:xfrm>
              <a:custGeom>
                <a:rect b="b" l="l" r="r" t="t"/>
                <a:pathLst>
                  <a:path extrusionOk="0" h="17487" w="13796">
                    <a:moveTo>
                      <a:pt x="4580" y="3464"/>
                    </a:moveTo>
                    <a:cubicBezTo>
                      <a:pt x="7442" y="1"/>
                      <a:pt x="11191" y="3893"/>
                      <a:pt x="9187" y="8415"/>
                    </a:cubicBezTo>
                    <a:cubicBezTo>
                      <a:pt x="8987" y="8758"/>
                      <a:pt x="13795" y="13480"/>
                      <a:pt x="8815" y="16142"/>
                    </a:cubicBezTo>
                    <a:cubicBezTo>
                      <a:pt x="6268" y="17487"/>
                      <a:pt x="2490" y="14797"/>
                      <a:pt x="2490" y="14797"/>
                    </a:cubicBezTo>
                    <a:cubicBezTo>
                      <a:pt x="1" y="11076"/>
                      <a:pt x="3206" y="8930"/>
                      <a:pt x="3206" y="8415"/>
                    </a:cubicBezTo>
                    <a:cubicBezTo>
                      <a:pt x="3120" y="7671"/>
                      <a:pt x="2920" y="6955"/>
                      <a:pt x="2576" y="6297"/>
                    </a:cubicBezTo>
                    <a:cubicBezTo>
                      <a:pt x="1918" y="4780"/>
                      <a:pt x="3091" y="3034"/>
                      <a:pt x="4580" y="3464"/>
                    </a:cubicBezTo>
                    <a:close/>
                  </a:path>
                </a:pathLst>
              </a:custGeom>
              <a:solidFill>
                <a:srgbClr val="302A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71"/>
              <p:cNvSpPr/>
              <p:nvPr/>
            </p:nvSpPr>
            <p:spPr>
              <a:xfrm>
                <a:off x="1296731" y="2539343"/>
                <a:ext cx="1267882" cy="974036"/>
              </a:xfrm>
              <a:custGeom>
                <a:rect b="b" l="l" r="r" t="t"/>
                <a:pathLst>
                  <a:path extrusionOk="0" h="10246" w="13337">
                    <a:moveTo>
                      <a:pt x="11820" y="5552"/>
                    </a:moveTo>
                    <a:cubicBezTo>
                      <a:pt x="11820" y="5552"/>
                      <a:pt x="8386" y="10246"/>
                      <a:pt x="7727" y="10103"/>
                    </a:cubicBezTo>
                    <a:cubicBezTo>
                      <a:pt x="7069" y="9988"/>
                      <a:pt x="315" y="5152"/>
                      <a:pt x="143" y="5037"/>
                    </a:cubicBezTo>
                    <a:cubicBezTo>
                      <a:pt x="0" y="4923"/>
                      <a:pt x="57" y="4694"/>
                      <a:pt x="229" y="4722"/>
                    </a:cubicBezTo>
                    <a:cubicBezTo>
                      <a:pt x="601" y="4865"/>
                      <a:pt x="973" y="5037"/>
                      <a:pt x="1317" y="5237"/>
                    </a:cubicBezTo>
                    <a:cubicBezTo>
                      <a:pt x="1374" y="5295"/>
                      <a:pt x="1374" y="5237"/>
                      <a:pt x="1374" y="5237"/>
                    </a:cubicBezTo>
                    <a:cubicBezTo>
                      <a:pt x="1231" y="4751"/>
                      <a:pt x="1603" y="4264"/>
                      <a:pt x="2089" y="4264"/>
                    </a:cubicBezTo>
                    <a:cubicBezTo>
                      <a:pt x="2261" y="4264"/>
                      <a:pt x="2404" y="4322"/>
                      <a:pt x="2404" y="4436"/>
                    </a:cubicBezTo>
                    <a:cubicBezTo>
                      <a:pt x="2404" y="4522"/>
                      <a:pt x="2261" y="4551"/>
                      <a:pt x="2261" y="4551"/>
                    </a:cubicBezTo>
                    <a:cubicBezTo>
                      <a:pt x="1918" y="4551"/>
                      <a:pt x="1717" y="4951"/>
                      <a:pt x="1918" y="5237"/>
                    </a:cubicBezTo>
                    <a:cubicBezTo>
                      <a:pt x="2089" y="5495"/>
                      <a:pt x="2461" y="5552"/>
                      <a:pt x="2719" y="5352"/>
                    </a:cubicBezTo>
                    <a:cubicBezTo>
                      <a:pt x="2919" y="5180"/>
                      <a:pt x="2919" y="4865"/>
                      <a:pt x="2719" y="4694"/>
                    </a:cubicBezTo>
                    <a:cubicBezTo>
                      <a:pt x="2633" y="4608"/>
                      <a:pt x="2547" y="4493"/>
                      <a:pt x="2662" y="4408"/>
                    </a:cubicBezTo>
                    <a:cubicBezTo>
                      <a:pt x="2690" y="4350"/>
                      <a:pt x="2776" y="4350"/>
                      <a:pt x="2833" y="4408"/>
                    </a:cubicBezTo>
                    <a:cubicBezTo>
                      <a:pt x="3721" y="5009"/>
                      <a:pt x="3291" y="5724"/>
                      <a:pt x="3291" y="5724"/>
                    </a:cubicBezTo>
                    <a:cubicBezTo>
                      <a:pt x="3234" y="5867"/>
                      <a:pt x="3263" y="6010"/>
                      <a:pt x="3406" y="6096"/>
                    </a:cubicBezTo>
                    <a:cubicBezTo>
                      <a:pt x="3606" y="6239"/>
                      <a:pt x="7155" y="7985"/>
                      <a:pt x="7412" y="8014"/>
                    </a:cubicBezTo>
                    <a:cubicBezTo>
                      <a:pt x="7584" y="8014"/>
                      <a:pt x="9330" y="4579"/>
                      <a:pt x="10332" y="2490"/>
                    </a:cubicBezTo>
                    <a:cubicBezTo>
                      <a:pt x="10847" y="1488"/>
                      <a:pt x="11534" y="315"/>
                      <a:pt x="12507" y="0"/>
                    </a:cubicBezTo>
                    <a:cubicBezTo>
                      <a:pt x="12507" y="0"/>
                      <a:pt x="13337" y="1746"/>
                      <a:pt x="11820" y="5552"/>
                    </a:cubicBezTo>
                    <a:close/>
                  </a:path>
                </a:pathLst>
              </a:custGeom>
              <a:solidFill>
                <a:srgbClr val="E6AE8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71"/>
              <p:cNvSpPr/>
              <p:nvPr/>
            </p:nvSpPr>
            <p:spPr>
              <a:xfrm>
                <a:off x="2972634" y="2536586"/>
                <a:ext cx="1265220" cy="976793"/>
              </a:xfrm>
              <a:custGeom>
                <a:rect b="b" l="l" r="r" t="t"/>
                <a:pathLst>
                  <a:path extrusionOk="0" h="10275" w="13309">
                    <a:moveTo>
                      <a:pt x="1517" y="5581"/>
                    </a:moveTo>
                    <a:cubicBezTo>
                      <a:pt x="1517" y="5581"/>
                      <a:pt x="4923" y="10275"/>
                      <a:pt x="5581" y="10132"/>
                    </a:cubicBezTo>
                    <a:cubicBezTo>
                      <a:pt x="6211" y="9989"/>
                      <a:pt x="12994" y="5181"/>
                      <a:pt x="13165" y="5038"/>
                    </a:cubicBezTo>
                    <a:cubicBezTo>
                      <a:pt x="13308" y="4923"/>
                      <a:pt x="13251" y="4723"/>
                      <a:pt x="13080" y="4751"/>
                    </a:cubicBezTo>
                    <a:cubicBezTo>
                      <a:pt x="12707" y="4894"/>
                      <a:pt x="12335" y="5066"/>
                      <a:pt x="11992" y="5266"/>
                    </a:cubicBezTo>
                    <a:cubicBezTo>
                      <a:pt x="11935" y="5324"/>
                      <a:pt x="11935" y="5266"/>
                      <a:pt x="11935" y="5266"/>
                    </a:cubicBezTo>
                    <a:cubicBezTo>
                      <a:pt x="12078" y="4780"/>
                      <a:pt x="11706" y="4293"/>
                      <a:pt x="11219" y="4293"/>
                    </a:cubicBezTo>
                    <a:cubicBezTo>
                      <a:pt x="11048" y="4293"/>
                      <a:pt x="10904" y="4351"/>
                      <a:pt x="10904" y="4437"/>
                    </a:cubicBezTo>
                    <a:cubicBezTo>
                      <a:pt x="10904" y="4551"/>
                      <a:pt x="11048" y="4580"/>
                      <a:pt x="11048" y="4580"/>
                    </a:cubicBezTo>
                    <a:cubicBezTo>
                      <a:pt x="11391" y="4580"/>
                      <a:pt x="11591" y="4952"/>
                      <a:pt x="11391" y="5238"/>
                    </a:cubicBezTo>
                    <a:cubicBezTo>
                      <a:pt x="11219" y="5524"/>
                      <a:pt x="10847" y="5581"/>
                      <a:pt x="10590" y="5381"/>
                    </a:cubicBezTo>
                    <a:cubicBezTo>
                      <a:pt x="10389" y="5209"/>
                      <a:pt x="10389" y="4894"/>
                      <a:pt x="10590" y="4723"/>
                    </a:cubicBezTo>
                    <a:cubicBezTo>
                      <a:pt x="10676" y="4637"/>
                      <a:pt x="10761" y="4522"/>
                      <a:pt x="10676" y="4437"/>
                    </a:cubicBezTo>
                    <a:cubicBezTo>
                      <a:pt x="10618" y="4379"/>
                      <a:pt x="10532" y="4379"/>
                      <a:pt x="10475" y="4437"/>
                    </a:cubicBezTo>
                    <a:cubicBezTo>
                      <a:pt x="9588" y="5038"/>
                      <a:pt x="10046" y="5753"/>
                      <a:pt x="10046" y="5753"/>
                    </a:cubicBezTo>
                    <a:cubicBezTo>
                      <a:pt x="10103" y="5896"/>
                      <a:pt x="10046" y="6039"/>
                      <a:pt x="9931" y="6125"/>
                    </a:cubicBezTo>
                    <a:cubicBezTo>
                      <a:pt x="9702" y="6268"/>
                      <a:pt x="6154" y="8014"/>
                      <a:pt x="5925" y="8014"/>
                    </a:cubicBezTo>
                    <a:cubicBezTo>
                      <a:pt x="5724" y="8014"/>
                      <a:pt x="3979" y="4580"/>
                      <a:pt x="2977" y="2519"/>
                    </a:cubicBezTo>
                    <a:cubicBezTo>
                      <a:pt x="2490" y="1517"/>
                      <a:pt x="1775" y="315"/>
                      <a:pt x="830" y="29"/>
                    </a:cubicBezTo>
                    <a:cubicBezTo>
                      <a:pt x="830" y="1"/>
                      <a:pt x="1" y="1775"/>
                      <a:pt x="1517" y="5581"/>
                    </a:cubicBezTo>
                    <a:close/>
                  </a:path>
                </a:pathLst>
              </a:custGeom>
              <a:solidFill>
                <a:srgbClr val="E6AE8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71"/>
              <p:cNvSpPr/>
              <p:nvPr/>
            </p:nvSpPr>
            <p:spPr>
              <a:xfrm>
                <a:off x="1745628" y="3790783"/>
                <a:ext cx="2045989" cy="506221"/>
              </a:xfrm>
              <a:custGeom>
                <a:rect b="b" l="l" r="r" t="t"/>
                <a:pathLst>
                  <a:path extrusionOk="0" h="5325" w="21522">
                    <a:moveTo>
                      <a:pt x="15827" y="1"/>
                    </a:moveTo>
                    <a:lnTo>
                      <a:pt x="21522" y="316"/>
                    </a:lnTo>
                    <a:cubicBezTo>
                      <a:pt x="21522" y="316"/>
                      <a:pt x="21064" y="2004"/>
                      <a:pt x="20978" y="2205"/>
                    </a:cubicBezTo>
                    <a:cubicBezTo>
                      <a:pt x="20921" y="2376"/>
                      <a:pt x="10761" y="5324"/>
                      <a:pt x="10761" y="5324"/>
                    </a:cubicBezTo>
                    <a:cubicBezTo>
                      <a:pt x="10761" y="5324"/>
                      <a:pt x="601" y="2376"/>
                      <a:pt x="544" y="2205"/>
                    </a:cubicBezTo>
                    <a:cubicBezTo>
                      <a:pt x="458" y="2004"/>
                      <a:pt x="0" y="316"/>
                      <a:pt x="0" y="316"/>
                    </a:cubicBezTo>
                    <a:lnTo>
                      <a:pt x="5696" y="1"/>
                    </a:lnTo>
                    <a:close/>
                  </a:path>
                </a:pathLst>
              </a:custGeom>
              <a:solidFill>
                <a:srgbClr val="FFB17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71"/>
              <p:cNvSpPr/>
              <p:nvPr/>
            </p:nvSpPr>
            <p:spPr>
              <a:xfrm>
                <a:off x="3214765" y="4269627"/>
                <a:ext cx="514302" cy="332062"/>
              </a:xfrm>
              <a:custGeom>
                <a:rect b="b" l="l" r="r" t="t"/>
                <a:pathLst>
                  <a:path extrusionOk="0" h="3493" w="5410">
                    <a:moveTo>
                      <a:pt x="258" y="402"/>
                    </a:moveTo>
                    <a:cubicBezTo>
                      <a:pt x="258" y="402"/>
                      <a:pt x="573" y="87"/>
                      <a:pt x="773" y="30"/>
                    </a:cubicBezTo>
                    <a:cubicBezTo>
                      <a:pt x="974" y="1"/>
                      <a:pt x="3979" y="945"/>
                      <a:pt x="4379" y="1060"/>
                    </a:cubicBezTo>
                    <a:cubicBezTo>
                      <a:pt x="5152" y="1317"/>
                      <a:pt x="5410" y="3493"/>
                      <a:pt x="3607" y="3264"/>
                    </a:cubicBezTo>
                    <a:cubicBezTo>
                      <a:pt x="2805" y="3178"/>
                      <a:pt x="802" y="2892"/>
                      <a:pt x="459" y="2806"/>
                    </a:cubicBezTo>
                    <a:cubicBezTo>
                      <a:pt x="115" y="2720"/>
                      <a:pt x="1" y="2176"/>
                      <a:pt x="1" y="2176"/>
                    </a:cubicBezTo>
                    <a:close/>
                  </a:path>
                </a:pathLst>
              </a:custGeom>
              <a:solidFill>
                <a:srgbClr val="4869B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71"/>
              <p:cNvSpPr/>
              <p:nvPr/>
            </p:nvSpPr>
            <p:spPr>
              <a:xfrm>
                <a:off x="2371347" y="2503979"/>
                <a:ext cx="797310" cy="1373974"/>
              </a:xfrm>
              <a:custGeom>
                <a:rect b="b" l="l" r="r" t="t"/>
                <a:pathLst>
                  <a:path extrusionOk="0" h="14453" w="8387">
                    <a:moveTo>
                      <a:pt x="5381" y="0"/>
                    </a:moveTo>
                    <a:lnTo>
                      <a:pt x="7155" y="344"/>
                    </a:lnTo>
                    <a:lnTo>
                      <a:pt x="7528" y="2977"/>
                    </a:lnTo>
                    <a:cubicBezTo>
                      <a:pt x="7699" y="3520"/>
                      <a:pt x="7871" y="4121"/>
                      <a:pt x="7985" y="4694"/>
                    </a:cubicBezTo>
                    <a:cubicBezTo>
                      <a:pt x="8014" y="5152"/>
                      <a:pt x="7470" y="6296"/>
                      <a:pt x="7299" y="6754"/>
                    </a:cubicBezTo>
                    <a:cubicBezTo>
                      <a:pt x="7127" y="7241"/>
                      <a:pt x="7127" y="9788"/>
                      <a:pt x="7155" y="9988"/>
                    </a:cubicBezTo>
                    <a:cubicBezTo>
                      <a:pt x="7184" y="10160"/>
                      <a:pt x="8386" y="13566"/>
                      <a:pt x="8386" y="13566"/>
                    </a:cubicBezTo>
                    <a:cubicBezTo>
                      <a:pt x="8386" y="13566"/>
                      <a:pt x="7499" y="14453"/>
                      <a:pt x="4208" y="14453"/>
                    </a:cubicBezTo>
                    <a:cubicBezTo>
                      <a:pt x="917" y="14453"/>
                      <a:pt x="1" y="13537"/>
                      <a:pt x="1" y="13537"/>
                    </a:cubicBezTo>
                    <a:cubicBezTo>
                      <a:pt x="1" y="13537"/>
                      <a:pt x="1203" y="10160"/>
                      <a:pt x="1231" y="9960"/>
                    </a:cubicBezTo>
                    <a:cubicBezTo>
                      <a:pt x="1260" y="9788"/>
                      <a:pt x="1260" y="7212"/>
                      <a:pt x="1060" y="6754"/>
                    </a:cubicBezTo>
                    <a:cubicBezTo>
                      <a:pt x="888" y="6268"/>
                      <a:pt x="344" y="5152"/>
                      <a:pt x="401" y="4694"/>
                    </a:cubicBezTo>
                    <a:cubicBezTo>
                      <a:pt x="516" y="4093"/>
                      <a:pt x="659" y="3520"/>
                      <a:pt x="859" y="2948"/>
                    </a:cubicBezTo>
                    <a:lnTo>
                      <a:pt x="1231" y="315"/>
                    </a:lnTo>
                    <a:lnTo>
                      <a:pt x="3006" y="0"/>
                    </a:lnTo>
                    <a:lnTo>
                      <a:pt x="4179" y="1145"/>
                    </a:lnTo>
                    <a:close/>
                  </a:path>
                </a:pathLst>
              </a:custGeom>
              <a:solidFill>
                <a:srgbClr val="C3D9F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71"/>
              <p:cNvSpPr/>
              <p:nvPr/>
            </p:nvSpPr>
            <p:spPr>
              <a:xfrm>
                <a:off x="1533348" y="3730987"/>
                <a:ext cx="1801197" cy="759189"/>
              </a:xfrm>
              <a:custGeom>
                <a:rect b="b" l="l" r="r" t="t"/>
                <a:pathLst>
                  <a:path extrusionOk="0" h="7986" w="18947">
                    <a:moveTo>
                      <a:pt x="3349" y="1117"/>
                    </a:moveTo>
                    <a:cubicBezTo>
                      <a:pt x="3349" y="1117"/>
                      <a:pt x="17974" y="6068"/>
                      <a:pt x="18317" y="6211"/>
                    </a:cubicBezTo>
                    <a:cubicBezTo>
                      <a:pt x="18689" y="6354"/>
                      <a:pt x="18947" y="7985"/>
                      <a:pt x="17688" y="7842"/>
                    </a:cubicBezTo>
                    <a:cubicBezTo>
                      <a:pt x="17173" y="7756"/>
                      <a:pt x="4151" y="5381"/>
                      <a:pt x="2920" y="5095"/>
                    </a:cubicBezTo>
                    <a:cubicBezTo>
                      <a:pt x="1" y="4408"/>
                      <a:pt x="144" y="0"/>
                      <a:pt x="3349" y="1117"/>
                    </a:cubicBezTo>
                    <a:close/>
                  </a:path>
                </a:pathLst>
              </a:custGeom>
              <a:solidFill>
                <a:srgbClr val="E6AE8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71"/>
              <p:cNvSpPr/>
              <p:nvPr/>
            </p:nvSpPr>
            <p:spPr>
              <a:xfrm>
                <a:off x="2638005" y="4190818"/>
                <a:ext cx="674771" cy="288427"/>
              </a:xfrm>
              <a:custGeom>
                <a:rect b="b" l="l" r="r" t="t"/>
                <a:pathLst>
                  <a:path extrusionOk="0" h="3034" w="7098">
                    <a:moveTo>
                      <a:pt x="2748" y="0"/>
                    </a:moveTo>
                    <a:cubicBezTo>
                      <a:pt x="4923" y="744"/>
                      <a:pt x="6583" y="1317"/>
                      <a:pt x="6697" y="1374"/>
                    </a:cubicBezTo>
                    <a:cubicBezTo>
                      <a:pt x="6898" y="1431"/>
                      <a:pt x="7098" y="2118"/>
                      <a:pt x="6926" y="2576"/>
                    </a:cubicBezTo>
                    <a:cubicBezTo>
                      <a:pt x="6812" y="2690"/>
                      <a:pt x="6669" y="2833"/>
                      <a:pt x="6497" y="2976"/>
                    </a:cubicBezTo>
                    <a:cubicBezTo>
                      <a:pt x="6354" y="3005"/>
                      <a:pt x="6211" y="3034"/>
                      <a:pt x="6068" y="3005"/>
                    </a:cubicBezTo>
                    <a:cubicBezTo>
                      <a:pt x="5839" y="2976"/>
                      <a:pt x="3063" y="2461"/>
                      <a:pt x="0" y="1918"/>
                    </a:cubicBez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71"/>
              <p:cNvSpPr/>
              <p:nvPr/>
            </p:nvSpPr>
            <p:spPr>
              <a:xfrm>
                <a:off x="3119510" y="4283317"/>
                <a:ext cx="215037" cy="209523"/>
              </a:xfrm>
              <a:custGeom>
                <a:rect b="b" l="l" r="r" t="t"/>
                <a:pathLst>
                  <a:path extrusionOk="0" h="2204" w="2262">
                    <a:moveTo>
                      <a:pt x="488" y="0"/>
                    </a:moveTo>
                    <a:cubicBezTo>
                      <a:pt x="430" y="630"/>
                      <a:pt x="287" y="1259"/>
                      <a:pt x="1" y="1860"/>
                    </a:cubicBezTo>
                    <a:lnTo>
                      <a:pt x="1031" y="2032"/>
                    </a:lnTo>
                    <a:cubicBezTo>
                      <a:pt x="2262" y="2204"/>
                      <a:pt x="1976" y="515"/>
                      <a:pt x="1661" y="401"/>
                    </a:cubicBezTo>
                    <a:cubicBezTo>
                      <a:pt x="1575" y="344"/>
                      <a:pt x="1146" y="229"/>
                      <a:pt x="4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71"/>
              <p:cNvSpPr/>
              <p:nvPr/>
            </p:nvSpPr>
            <p:spPr>
              <a:xfrm>
                <a:off x="3119510" y="4283317"/>
                <a:ext cx="89931" cy="185092"/>
              </a:xfrm>
              <a:custGeom>
                <a:rect b="b" l="l" r="r" t="t"/>
                <a:pathLst>
                  <a:path extrusionOk="0" h="1947" w="946">
                    <a:moveTo>
                      <a:pt x="488" y="0"/>
                    </a:moveTo>
                    <a:cubicBezTo>
                      <a:pt x="430" y="630"/>
                      <a:pt x="287" y="1259"/>
                      <a:pt x="1" y="1860"/>
                    </a:cubicBezTo>
                    <a:lnTo>
                      <a:pt x="488" y="1946"/>
                    </a:lnTo>
                    <a:cubicBezTo>
                      <a:pt x="802" y="1402"/>
                      <a:pt x="945" y="773"/>
                      <a:pt x="945" y="143"/>
                    </a:cubicBezTo>
                    <a:close/>
                  </a:path>
                </a:pathLst>
              </a:custGeom>
              <a:solidFill>
                <a:srgbClr val="DFDAE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71"/>
              <p:cNvSpPr/>
              <p:nvPr/>
            </p:nvSpPr>
            <p:spPr>
              <a:xfrm>
                <a:off x="3310020" y="4334937"/>
                <a:ext cx="272171" cy="187848"/>
              </a:xfrm>
              <a:custGeom>
                <a:rect b="b" l="l" r="r" t="t"/>
                <a:pathLst>
                  <a:path extrusionOk="0" h="1976" w="2863">
                    <a:moveTo>
                      <a:pt x="143" y="58"/>
                    </a:moveTo>
                    <a:cubicBezTo>
                      <a:pt x="143" y="29"/>
                      <a:pt x="143" y="29"/>
                      <a:pt x="172" y="1"/>
                    </a:cubicBezTo>
                    <a:cubicBezTo>
                      <a:pt x="201" y="1"/>
                      <a:pt x="201" y="29"/>
                      <a:pt x="229" y="29"/>
                    </a:cubicBezTo>
                    <a:lnTo>
                      <a:pt x="458" y="917"/>
                    </a:lnTo>
                    <a:lnTo>
                      <a:pt x="859" y="459"/>
                    </a:lnTo>
                    <a:lnTo>
                      <a:pt x="773" y="230"/>
                    </a:lnTo>
                    <a:cubicBezTo>
                      <a:pt x="773" y="201"/>
                      <a:pt x="802" y="173"/>
                      <a:pt x="802" y="173"/>
                    </a:cubicBezTo>
                    <a:cubicBezTo>
                      <a:pt x="830" y="173"/>
                      <a:pt x="859" y="173"/>
                      <a:pt x="859" y="201"/>
                    </a:cubicBezTo>
                    <a:lnTo>
                      <a:pt x="916" y="373"/>
                    </a:lnTo>
                    <a:lnTo>
                      <a:pt x="973" y="316"/>
                    </a:lnTo>
                    <a:cubicBezTo>
                      <a:pt x="973" y="258"/>
                      <a:pt x="1059" y="316"/>
                      <a:pt x="1031" y="344"/>
                    </a:cubicBezTo>
                    <a:lnTo>
                      <a:pt x="945" y="459"/>
                    </a:lnTo>
                    <a:lnTo>
                      <a:pt x="1088" y="1060"/>
                    </a:lnTo>
                    <a:lnTo>
                      <a:pt x="1489" y="573"/>
                    </a:lnTo>
                    <a:lnTo>
                      <a:pt x="1431" y="402"/>
                    </a:lnTo>
                    <a:cubicBezTo>
                      <a:pt x="1403" y="344"/>
                      <a:pt x="1489" y="316"/>
                      <a:pt x="1489" y="373"/>
                    </a:cubicBezTo>
                    <a:lnTo>
                      <a:pt x="1546" y="516"/>
                    </a:lnTo>
                    <a:lnTo>
                      <a:pt x="1603" y="402"/>
                    </a:lnTo>
                    <a:cubicBezTo>
                      <a:pt x="1632" y="402"/>
                      <a:pt x="1660" y="402"/>
                      <a:pt x="1660" y="402"/>
                    </a:cubicBezTo>
                    <a:cubicBezTo>
                      <a:pt x="1689" y="430"/>
                      <a:pt x="1689" y="459"/>
                      <a:pt x="1660" y="459"/>
                    </a:cubicBezTo>
                    <a:lnTo>
                      <a:pt x="1546" y="602"/>
                    </a:lnTo>
                    <a:lnTo>
                      <a:pt x="1717" y="1174"/>
                    </a:lnTo>
                    <a:lnTo>
                      <a:pt x="2090" y="716"/>
                    </a:lnTo>
                    <a:lnTo>
                      <a:pt x="2061" y="545"/>
                    </a:lnTo>
                    <a:cubicBezTo>
                      <a:pt x="2061" y="545"/>
                      <a:pt x="2061" y="516"/>
                      <a:pt x="2090" y="516"/>
                    </a:cubicBezTo>
                    <a:cubicBezTo>
                      <a:pt x="2090" y="516"/>
                      <a:pt x="2118" y="516"/>
                      <a:pt x="2118" y="545"/>
                    </a:cubicBezTo>
                    <a:lnTo>
                      <a:pt x="2147" y="630"/>
                    </a:lnTo>
                    <a:lnTo>
                      <a:pt x="2261" y="516"/>
                    </a:lnTo>
                    <a:cubicBezTo>
                      <a:pt x="2290" y="459"/>
                      <a:pt x="2347" y="516"/>
                      <a:pt x="2318" y="545"/>
                    </a:cubicBezTo>
                    <a:lnTo>
                      <a:pt x="2175" y="716"/>
                    </a:lnTo>
                    <a:lnTo>
                      <a:pt x="2347" y="1317"/>
                    </a:lnTo>
                    <a:lnTo>
                      <a:pt x="2776" y="774"/>
                    </a:lnTo>
                    <a:cubicBezTo>
                      <a:pt x="2776" y="745"/>
                      <a:pt x="2862" y="802"/>
                      <a:pt x="2834" y="831"/>
                    </a:cubicBezTo>
                    <a:lnTo>
                      <a:pt x="2376" y="1403"/>
                    </a:lnTo>
                    <a:lnTo>
                      <a:pt x="2519" y="1918"/>
                    </a:lnTo>
                    <a:cubicBezTo>
                      <a:pt x="2519" y="1947"/>
                      <a:pt x="2519" y="1976"/>
                      <a:pt x="2490" y="1976"/>
                    </a:cubicBezTo>
                    <a:cubicBezTo>
                      <a:pt x="2462" y="1976"/>
                      <a:pt x="2433" y="1976"/>
                      <a:pt x="2433" y="1947"/>
                    </a:cubicBezTo>
                    <a:lnTo>
                      <a:pt x="2318" y="1489"/>
                    </a:lnTo>
                    <a:lnTo>
                      <a:pt x="2061" y="1804"/>
                    </a:lnTo>
                    <a:cubicBezTo>
                      <a:pt x="2061" y="1804"/>
                      <a:pt x="2032" y="1804"/>
                      <a:pt x="2004" y="1804"/>
                    </a:cubicBezTo>
                    <a:cubicBezTo>
                      <a:pt x="2004" y="1775"/>
                      <a:pt x="2004" y="1747"/>
                      <a:pt x="2004" y="1747"/>
                    </a:cubicBezTo>
                    <a:lnTo>
                      <a:pt x="2290" y="1375"/>
                    </a:lnTo>
                    <a:lnTo>
                      <a:pt x="2118" y="802"/>
                    </a:lnTo>
                    <a:lnTo>
                      <a:pt x="1746" y="1260"/>
                    </a:lnTo>
                    <a:lnTo>
                      <a:pt x="1889" y="1747"/>
                    </a:lnTo>
                    <a:cubicBezTo>
                      <a:pt x="1889" y="1775"/>
                      <a:pt x="1889" y="1804"/>
                      <a:pt x="1861" y="1804"/>
                    </a:cubicBezTo>
                    <a:cubicBezTo>
                      <a:pt x="1832" y="1804"/>
                      <a:pt x="1803" y="1804"/>
                      <a:pt x="1803" y="1775"/>
                    </a:cubicBezTo>
                    <a:lnTo>
                      <a:pt x="1689" y="1346"/>
                    </a:lnTo>
                    <a:lnTo>
                      <a:pt x="1431" y="1689"/>
                    </a:lnTo>
                    <a:cubicBezTo>
                      <a:pt x="1403" y="1689"/>
                      <a:pt x="1374" y="1689"/>
                      <a:pt x="1374" y="1689"/>
                    </a:cubicBezTo>
                    <a:cubicBezTo>
                      <a:pt x="1345" y="1661"/>
                      <a:pt x="1345" y="1632"/>
                      <a:pt x="1374" y="1632"/>
                    </a:cubicBezTo>
                    <a:lnTo>
                      <a:pt x="1660" y="1260"/>
                    </a:lnTo>
                    <a:lnTo>
                      <a:pt x="1517" y="659"/>
                    </a:lnTo>
                    <a:lnTo>
                      <a:pt x="1116" y="1146"/>
                    </a:lnTo>
                    <a:lnTo>
                      <a:pt x="1231" y="1604"/>
                    </a:lnTo>
                    <a:cubicBezTo>
                      <a:pt x="1231" y="1604"/>
                      <a:pt x="1202" y="1632"/>
                      <a:pt x="1202" y="1632"/>
                    </a:cubicBezTo>
                    <a:cubicBezTo>
                      <a:pt x="1174" y="1661"/>
                      <a:pt x="1145" y="1632"/>
                      <a:pt x="1145" y="1632"/>
                    </a:cubicBezTo>
                    <a:lnTo>
                      <a:pt x="1031" y="1231"/>
                    </a:lnTo>
                    <a:lnTo>
                      <a:pt x="744" y="1604"/>
                    </a:lnTo>
                    <a:cubicBezTo>
                      <a:pt x="744" y="1604"/>
                      <a:pt x="716" y="1604"/>
                      <a:pt x="687" y="1604"/>
                    </a:cubicBezTo>
                    <a:cubicBezTo>
                      <a:pt x="687" y="1575"/>
                      <a:pt x="687" y="1546"/>
                      <a:pt x="687" y="1546"/>
                    </a:cubicBezTo>
                    <a:lnTo>
                      <a:pt x="1031" y="1146"/>
                    </a:lnTo>
                    <a:lnTo>
                      <a:pt x="859" y="545"/>
                    </a:lnTo>
                    <a:lnTo>
                      <a:pt x="487" y="1031"/>
                    </a:lnTo>
                    <a:lnTo>
                      <a:pt x="601" y="1432"/>
                    </a:lnTo>
                    <a:cubicBezTo>
                      <a:pt x="601" y="1460"/>
                      <a:pt x="601" y="1489"/>
                      <a:pt x="573" y="1489"/>
                    </a:cubicBezTo>
                    <a:cubicBezTo>
                      <a:pt x="544" y="1489"/>
                      <a:pt x="515" y="1489"/>
                      <a:pt x="515" y="1460"/>
                    </a:cubicBezTo>
                    <a:lnTo>
                      <a:pt x="430" y="1117"/>
                    </a:lnTo>
                    <a:lnTo>
                      <a:pt x="115" y="1489"/>
                    </a:lnTo>
                    <a:cubicBezTo>
                      <a:pt x="86" y="1546"/>
                      <a:pt x="0" y="1489"/>
                      <a:pt x="58" y="1460"/>
                    </a:cubicBezTo>
                    <a:lnTo>
                      <a:pt x="401" y="10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71"/>
              <p:cNvSpPr/>
              <p:nvPr/>
            </p:nvSpPr>
            <p:spPr>
              <a:xfrm>
                <a:off x="3214765" y="4272384"/>
                <a:ext cx="511640" cy="332062"/>
              </a:xfrm>
              <a:custGeom>
                <a:rect b="b" l="l" r="r" t="t"/>
                <a:pathLst>
                  <a:path extrusionOk="0" h="3493" w="5382">
                    <a:moveTo>
                      <a:pt x="4007" y="1060"/>
                    </a:moveTo>
                    <a:cubicBezTo>
                      <a:pt x="4694" y="1288"/>
                      <a:pt x="4923" y="3235"/>
                      <a:pt x="3292" y="3034"/>
                    </a:cubicBezTo>
                    <a:cubicBezTo>
                      <a:pt x="2576" y="2948"/>
                      <a:pt x="802" y="2691"/>
                      <a:pt x="487" y="2634"/>
                    </a:cubicBezTo>
                    <a:cubicBezTo>
                      <a:pt x="258" y="2576"/>
                      <a:pt x="144" y="2290"/>
                      <a:pt x="115" y="2147"/>
                    </a:cubicBezTo>
                    <a:lnTo>
                      <a:pt x="1" y="2147"/>
                    </a:lnTo>
                    <a:cubicBezTo>
                      <a:pt x="1" y="2147"/>
                      <a:pt x="115" y="2691"/>
                      <a:pt x="459" y="2777"/>
                    </a:cubicBezTo>
                    <a:cubicBezTo>
                      <a:pt x="802" y="2891"/>
                      <a:pt x="2805" y="3149"/>
                      <a:pt x="3578" y="3263"/>
                    </a:cubicBezTo>
                    <a:cubicBezTo>
                      <a:pt x="5381" y="3492"/>
                      <a:pt x="5123" y="1317"/>
                      <a:pt x="4379" y="1060"/>
                    </a:cubicBezTo>
                    <a:cubicBezTo>
                      <a:pt x="3950" y="916"/>
                      <a:pt x="945" y="1"/>
                      <a:pt x="745" y="29"/>
                    </a:cubicBezTo>
                    <a:cubicBezTo>
                      <a:pt x="544" y="58"/>
                      <a:pt x="258" y="401"/>
                      <a:pt x="258" y="401"/>
                    </a:cubicBezTo>
                    <a:lnTo>
                      <a:pt x="344" y="430"/>
                    </a:lnTo>
                    <a:cubicBezTo>
                      <a:pt x="459" y="315"/>
                      <a:pt x="602" y="230"/>
                      <a:pt x="745" y="172"/>
                    </a:cubicBezTo>
                    <a:cubicBezTo>
                      <a:pt x="945" y="115"/>
                      <a:pt x="3664" y="945"/>
                      <a:pt x="4007" y="10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71"/>
              <p:cNvSpPr/>
              <p:nvPr/>
            </p:nvSpPr>
            <p:spPr>
              <a:xfrm>
                <a:off x="1810938" y="4269627"/>
                <a:ext cx="511545" cy="332062"/>
              </a:xfrm>
              <a:custGeom>
                <a:rect b="b" l="l" r="r" t="t"/>
                <a:pathLst>
                  <a:path extrusionOk="0" h="3493" w="5381">
                    <a:moveTo>
                      <a:pt x="5123" y="402"/>
                    </a:moveTo>
                    <a:cubicBezTo>
                      <a:pt x="5123" y="402"/>
                      <a:pt x="4808" y="87"/>
                      <a:pt x="4636" y="30"/>
                    </a:cubicBezTo>
                    <a:cubicBezTo>
                      <a:pt x="4436" y="1"/>
                      <a:pt x="1402" y="945"/>
                      <a:pt x="1002" y="1060"/>
                    </a:cubicBezTo>
                    <a:cubicBezTo>
                      <a:pt x="229" y="1317"/>
                      <a:pt x="0" y="3493"/>
                      <a:pt x="1775" y="3264"/>
                    </a:cubicBezTo>
                    <a:cubicBezTo>
                      <a:pt x="2576" y="3178"/>
                      <a:pt x="4579" y="2892"/>
                      <a:pt x="4923" y="2806"/>
                    </a:cubicBezTo>
                    <a:cubicBezTo>
                      <a:pt x="5266" y="2720"/>
                      <a:pt x="5381" y="2176"/>
                      <a:pt x="5381" y="2176"/>
                    </a:cubicBezTo>
                    <a:close/>
                  </a:path>
                </a:pathLst>
              </a:custGeom>
              <a:solidFill>
                <a:srgbClr val="4869B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71"/>
              <p:cNvSpPr/>
              <p:nvPr/>
            </p:nvSpPr>
            <p:spPr>
              <a:xfrm>
                <a:off x="2202701" y="3730987"/>
                <a:ext cx="1801197" cy="759189"/>
              </a:xfrm>
              <a:custGeom>
                <a:rect b="b" l="l" r="r" t="t"/>
                <a:pathLst>
                  <a:path extrusionOk="0" h="7986" w="18947">
                    <a:moveTo>
                      <a:pt x="15598" y="1117"/>
                    </a:moveTo>
                    <a:cubicBezTo>
                      <a:pt x="15598" y="1117"/>
                      <a:pt x="973" y="6068"/>
                      <a:pt x="630" y="6211"/>
                    </a:cubicBezTo>
                    <a:cubicBezTo>
                      <a:pt x="258" y="6354"/>
                      <a:pt x="0" y="7985"/>
                      <a:pt x="1260" y="7842"/>
                    </a:cubicBezTo>
                    <a:cubicBezTo>
                      <a:pt x="1775" y="7756"/>
                      <a:pt x="14796" y="5381"/>
                      <a:pt x="16056" y="5095"/>
                    </a:cubicBezTo>
                    <a:cubicBezTo>
                      <a:pt x="18946" y="4408"/>
                      <a:pt x="18803" y="0"/>
                      <a:pt x="15598" y="1117"/>
                    </a:cubicBezTo>
                    <a:close/>
                  </a:path>
                </a:pathLst>
              </a:custGeom>
              <a:solidFill>
                <a:srgbClr val="E6AE8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71"/>
              <p:cNvSpPr/>
              <p:nvPr/>
            </p:nvSpPr>
            <p:spPr>
              <a:xfrm>
                <a:off x="2202701" y="4283317"/>
                <a:ext cx="215037" cy="209523"/>
              </a:xfrm>
              <a:custGeom>
                <a:rect b="b" l="l" r="r" t="t"/>
                <a:pathLst>
                  <a:path extrusionOk="0" h="2204" w="2262">
                    <a:moveTo>
                      <a:pt x="1775" y="0"/>
                    </a:moveTo>
                    <a:cubicBezTo>
                      <a:pt x="1803" y="630"/>
                      <a:pt x="1975" y="1288"/>
                      <a:pt x="2261" y="1860"/>
                    </a:cubicBezTo>
                    <a:lnTo>
                      <a:pt x="1231" y="2032"/>
                    </a:lnTo>
                    <a:cubicBezTo>
                      <a:pt x="0" y="2204"/>
                      <a:pt x="286" y="515"/>
                      <a:pt x="601" y="401"/>
                    </a:cubicBezTo>
                    <a:cubicBezTo>
                      <a:pt x="687" y="344"/>
                      <a:pt x="1116" y="229"/>
                      <a:pt x="17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71"/>
              <p:cNvSpPr/>
              <p:nvPr/>
            </p:nvSpPr>
            <p:spPr>
              <a:xfrm>
                <a:off x="2325145" y="4283317"/>
                <a:ext cx="92593" cy="185092"/>
              </a:xfrm>
              <a:custGeom>
                <a:rect b="b" l="l" r="r" t="t"/>
                <a:pathLst>
                  <a:path extrusionOk="0" h="1947" w="974">
                    <a:moveTo>
                      <a:pt x="487" y="0"/>
                    </a:moveTo>
                    <a:cubicBezTo>
                      <a:pt x="515" y="630"/>
                      <a:pt x="687" y="1288"/>
                      <a:pt x="973" y="1860"/>
                    </a:cubicBezTo>
                    <a:lnTo>
                      <a:pt x="487" y="1946"/>
                    </a:lnTo>
                    <a:cubicBezTo>
                      <a:pt x="172" y="1402"/>
                      <a:pt x="0" y="773"/>
                      <a:pt x="29" y="143"/>
                    </a:cubicBezTo>
                    <a:close/>
                  </a:path>
                </a:pathLst>
              </a:custGeom>
              <a:solidFill>
                <a:srgbClr val="DFDAE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71"/>
              <p:cNvSpPr/>
              <p:nvPr/>
            </p:nvSpPr>
            <p:spPr>
              <a:xfrm>
                <a:off x="1955057" y="4334937"/>
                <a:ext cx="269509" cy="190605"/>
              </a:xfrm>
              <a:custGeom>
                <a:rect b="b" l="l" r="r" t="t"/>
                <a:pathLst>
                  <a:path extrusionOk="0" h="2005" w="2835">
                    <a:moveTo>
                      <a:pt x="2720" y="58"/>
                    </a:moveTo>
                    <a:cubicBezTo>
                      <a:pt x="2748" y="29"/>
                      <a:pt x="2720" y="29"/>
                      <a:pt x="2720" y="1"/>
                    </a:cubicBezTo>
                    <a:cubicBezTo>
                      <a:pt x="2691" y="1"/>
                      <a:pt x="2663" y="29"/>
                      <a:pt x="2663" y="29"/>
                    </a:cubicBezTo>
                    <a:lnTo>
                      <a:pt x="2405" y="917"/>
                    </a:lnTo>
                    <a:lnTo>
                      <a:pt x="2033" y="459"/>
                    </a:lnTo>
                    <a:lnTo>
                      <a:pt x="2090" y="230"/>
                    </a:lnTo>
                    <a:cubicBezTo>
                      <a:pt x="2090" y="201"/>
                      <a:pt x="2090" y="173"/>
                      <a:pt x="2062" y="173"/>
                    </a:cubicBezTo>
                    <a:cubicBezTo>
                      <a:pt x="2062" y="173"/>
                      <a:pt x="2033" y="173"/>
                      <a:pt x="2033" y="201"/>
                    </a:cubicBezTo>
                    <a:lnTo>
                      <a:pt x="1976" y="373"/>
                    </a:lnTo>
                    <a:lnTo>
                      <a:pt x="1918" y="316"/>
                    </a:lnTo>
                    <a:cubicBezTo>
                      <a:pt x="1890" y="287"/>
                      <a:pt x="1861" y="287"/>
                      <a:pt x="1861" y="316"/>
                    </a:cubicBezTo>
                    <a:cubicBezTo>
                      <a:pt x="1861" y="316"/>
                      <a:pt x="1861" y="344"/>
                      <a:pt x="1861" y="373"/>
                    </a:cubicBezTo>
                    <a:lnTo>
                      <a:pt x="1947" y="487"/>
                    </a:lnTo>
                    <a:lnTo>
                      <a:pt x="1804" y="1060"/>
                    </a:lnTo>
                    <a:lnTo>
                      <a:pt x="1403" y="602"/>
                    </a:lnTo>
                    <a:lnTo>
                      <a:pt x="1461" y="402"/>
                    </a:lnTo>
                    <a:cubicBezTo>
                      <a:pt x="1489" y="344"/>
                      <a:pt x="1403" y="344"/>
                      <a:pt x="1403" y="373"/>
                    </a:cubicBezTo>
                    <a:lnTo>
                      <a:pt x="1346" y="516"/>
                    </a:lnTo>
                    <a:lnTo>
                      <a:pt x="1260" y="402"/>
                    </a:lnTo>
                    <a:cubicBezTo>
                      <a:pt x="1232" y="373"/>
                      <a:pt x="1174" y="430"/>
                      <a:pt x="1203" y="459"/>
                    </a:cubicBezTo>
                    <a:lnTo>
                      <a:pt x="1317" y="602"/>
                    </a:lnTo>
                    <a:lnTo>
                      <a:pt x="1174" y="1203"/>
                    </a:lnTo>
                    <a:lnTo>
                      <a:pt x="774" y="716"/>
                    </a:lnTo>
                    <a:lnTo>
                      <a:pt x="831" y="545"/>
                    </a:lnTo>
                    <a:cubicBezTo>
                      <a:pt x="860" y="516"/>
                      <a:pt x="745" y="487"/>
                      <a:pt x="745" y="545"/>
                    </a:cubicBezTo>
                    <a:lnTo>
                      <a:pt x="716" y="630"/>
                    </a:lnTo>
                    <a:lnTo>
                      <a:pt x="631" y="516"/>
                    </a:lnTo>
                    <a:cubicBezTo>
                      <a:pt x="573" y="459"/>
                      <a:pt x="516" y="516"/>
                      <a:pt x="573" y="573"/>
                    </a:cubicBezTo>
                    <a:lnTo>
                      <a:pt x="688" y="745"/>
                    </a:lnTo>
                    <a:lnTo>
                      <a:pt x="545" y="1317"/>
                    </a:lnTo>
                    <a:lnTo>
                      <a:pt x="87" y="774"/>
                    </a:lnTo>
                    <a:cubicBezTo>
                      <a:pt x="58" y="745"/>
                      <a:pt x="1" y="802"/>
                      <a:pt x="30" y="831"/>
                    </a:cubicBezTo>
                    <a:lnTo>
                      <a:pt x="487" y="1403"/>
                    </a:lnTo>
                    <a:lnTo>
                      <a:pt x="344" y="1918"/>
                    </a:lnTo>
                    <a:cubicBezTo>
                      <a:pt x="344" y="1947"/>
                      <a:pt x="344" y="1976"/>
                      <a:pt x="373" y="1976"/>
                    </a:cubicBezTo>
                    <a:cubicBezTo>
                      <a:pt x="402" y="2004"/>
                      <a:pt x="459" y="2004"/>
                      <a:pt x="459" y="1947"/>
                    </a:cubicBezTo>
                    <a:lnTo>
                      <a:pt x="573" y="1489"/>
                    </a:lnTo>
                    <a:lnTo>
                      <a:pt x="831" y="1804"/>
                    </a:lnTo>
                    <a:cubicBezTo>
                      <a:pt x="831" y="1804"/>
                      <a:pt x="860" y="1804"/>
                      <a:pt x="888" y="1804"/>
                    </a:cubicBezTo>
                    <a:cubicBezTo>
                      <a:pt x="888" y="1775"/>
                      <a:pt x="888" y="1747"/>
                      <a:pt x="888" y="1747"/>
                    </a:cubicBezTo>
                    <a:lnTo>
                      <a:pt x="602" y="1375"/>
                    </a:lnTo>
                    <a:lnTo>
                      <a:pt x="774" y="802"/>
                    </a:lnTo>
                    <a:lnTo>
                      <a:pt x="1146" y="1260"/>
                    </a:lnTo>
                    <a:lnTo>
                      <a:pt x="1003" y="1747"/>
                    </a:lnTo>
                    <a:cubicBezTo>
                      <a:pt x="1003" y="1775"/>
                      <a:pt x="1003" y="1804"/>
                      <a:pt x="1031" y="1804"/>
                    </a:cubicBezTo>
                    <a:cubicBezTo>
                      <a:pt x="1060" y="1804"/>
                      <a:pt x="1060" y="1804"/>
                      <a:pt x="1088" y="1775"/>
                    </a:cubicBezTo>
                    <a:lnTo>
                      <a:pt x="1203" y="1346"/>
                    </a:lnTo>
                    <a:lnTo>
                      <a:pt x="1461" y="1689"/>
                    </a:lnTo>
                    <a:cubicBezTo>
                      <a:pt x="1489" y="1689"/>
                      <a:pt x="1518" y="1689"/>
                      <a:pt x="1518" y="1689"/>
                    </a:cubicBezTo>
                    <a:cubicBezTo>
                      <a:pt x="1546" y="1661"/>
                      <a:pt x="1546" y="1632"/>
                      <a:pt x="1518" y="1632"/>
                    </a:cubicBezTo>
                    <a:lnTo>
                      <a:pt x="1203" y="1260"/>
                    </a:lnTo>
                    <a:lnTo>
                      <a:pt x="1375" y="659"/>
                    </a:lnTo>
                    <a:lnTo>
                      <a:pt x="1747" y="1146"/>
                    </a:lnTo>
                    <a:lnTo>
                      <a:pt x="1632" y="1575"/>
                    </a:lnTo>
                    <a:cubicBezTo>
                      <a:pt x="1632" y="1604"/>
                      <a:pt x="1632" y="1632"/>
                      <a:pt x="1661" y="1632"/>
                    </a:cubicBezTo>
                    <a:cubicBezTo>
                      <a:pt x="1689" y="1632"/>
                      <a:pt x="1718" y="1632"/>
                      <a:pt x="1718" y="1604"/>
                    </a:cubicBezTo>
                    <a:lnTo>
                      <a:pt x="1833" y="1203"/>
                    </a:lnTo>
                    <a:lnTo>
                      <a:pt x="2119" y="1575"/>
                    </a:lnTo>
                    <a:cubicBezTo>
                      <a:pt x="2119" y="1575"/>
                      <a:pt x="2147" y="1575"/>
                      <a:pt x="2176" y="1575"/>
                    </a:cubicBezTo>
                    <a:cubicBezTo>
                      <a:pt x="2176" y="1546"/>
                      <a:pt x="2176" y="1518"/>
                      <a:pt x="2176" y="1518"/>
                    </a:cubicBezTo>
                    <a:lnTo>
                      <a:pt x="1833" y="1117"/>
                    </a:lnTo>
                    <a:lnTo>
                      <a:pt x="2004" y="516"/>
                    </a:lnTo>
                    <a:lnTo>
                      <a:pt x="2376" y="1003"/>
                    </a:lnTo>
                    <a:lnTo>
                      <a:pt x="2262" y="1403"/>
                    </a:lnTo>
                    <a:cubicBezTo>
                      <a:pt x="2262" y="1432"/>
                      <a:pt x="2262" y="1460"/>
                      <a:pt x="2290" y="1460"/>
                    </a:cubicBezTo>
                    <a:cubicBezTo>
                      <a:pt x="2319" y="1460"/>
                      <a:pt x="2348" y="1460"/>
                      <a:pt x="2348" y="1432"/>
                    </a:cubicBezTo>
                    <a:lnTo>
                      <a:pt x="2434" y="1060"/>
                    </a:lnTo>
                    <a:lnTo>
                      <a:pt x="2748" y="1460"/>
                    </a:lnTo>
                    <a:cubicBezTo>
                      <a:pt x="2777" y="1489"/>
                      <a:pt x="2806" y="1489"/>
                      <a:pt x="2806" y="1460"/>
                    </a:cubicBezTo>
                    <a:cubicBezTo>
                      <a:pt x="2834" y="1460"/>
                      <a:pt x="2834" y="1432"/>
                      <a:pt x="2806" y="1403"/>
                    </a:cubicBezTo>
                    <a:lnTo>
                      <a:pt x="2462" y="9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71"/>
              <p:cNvSpPr/>
              <p:nvPr/>
            </p:nvSpPr>
            <p:spPr>
              <a:xfrm>
                <a:off x="1810938" y="4272384"/>
                <a:ext cx="508788" cy="332062"/>
              </a:xfrm>
              <a:custGeom>
                <a:rect b="b" l="l" r="r" t="t"/>
                <a:pathLst>
                  <a:path extrusionOk="0" h="3493" w="5352">
                    <a:moveTo>
                      <a:pt x="1374" y="1060"/>
                    </a:moveTo>
                    <a:cubicBezTo>
                      <a:pt x="687" y="1288"/>
                      <a:pt x="458" y="3235"/>
                      <a:pt x="2089" y="3034"/>
                    </a:cubicBezTo>
                    <a:cubicBezTo>
                      <a:pt x="2805" y="2948"/>
                      <a:pt x="4579" y="2691"/>
                      <a:pt x="4894" y="2634"/>
                    </a:cubicBezTo>
                    <a:cubicBezTo>
                      <a:pt x="5123" y="2576"/>
                      <a:pt x="5237" y="2290"/>
                      <a:pt x="5266" y="2147"/>
                    </a:cubicBezTo>
                    <a:lnTo>
                      <a:pt x="5352" y="2147"/>
                    </a:lnTo>
                    <a:cubicBezTo>
                      <a:pt x="5352" y="2147"/>
                      <a:pt x="5266" y="2691"/>
                      <a:pt x="4923" y="2777"/>
                    </a:cubicBezTo>
                    <a:cubicBezTo>
                      <a:pt x="4579" y="2891"/>
                      <a:pt x="2576" y="3149"/>
                      <a:pt x="1775" y="3263"/>
                    </a:cubicBezTo>
                    <a:cubicBezTo>
                      <a:pt x="0" y="3492"/>
                      <a:pt x="229" y="1317"/>
                      <a:pt x="1002" y="1060"/>
                    </a:cubicBezTo>
                    <a:cubicBezTo>
                      <a:pt x="1402" y="916"/>
                      <a:pt x="4407" y="1"/>
                      <a:pt x="4608" y="29"/>
                    </a:cubicBezTo>
                    <a:cubicBezTo>
                      <a:pt x="4808" y="58"/>
                      <a:pt x="5123" y="401"/>
                      <a:pt x="5123" y="401"/>
                    </a:cubicBezTo>
                    <a:lnTo>
                      <a:pt x="5009" y="430"/>
                    </a:lnTo>
                    <a:cubicBezTo>
                      <a:pt x="4894" y="315"/>
                      <a:pt x="4751" y="230"/>
                      <a:pt x="4608" y="172"/>
                    </a:cubicBezTo>
                    <a:cubicBezTo>
                      <a:pt x="4436" y="115"/>
                      <a:pt x="1746" y="945"/>
                      <a:pt x="1374" y="10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71"/>
              <p:cNvSpPr/>
              <p:nvPr/>
            </p:nvSpPr>
            <p:spPr>
              <a:xfrm>
                <a:off x="2374104" y="4147278"/>
                <a:ext cx="394615" cy="133376"/>
              </a:xfrm>
              <a:custGeom>
                <a:rect b="b" l="l" r="r" t="t"/>
                <a:pathLst>
                  <a:path extrusionOk="0" fill="none" h="1403" w="4151">
                    <a:moveTo>
                      <a:pt x="4150" y="0"/>
                    </a:moveTo>
                    <a:lnTo>
                      <a:pt x="0" y="1402"/>
                    </a:lnTo>
                  </a:path>
                </a:pathLst>
              </a:custGeom>
              <a:noFill/>
              <a:ln cap="rnd" cmpd="sng" w="12875">
                <a:solidFill>
                  <a:srgbClr val="D672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71"/>
              <p:cNvSpPr/>
              <p:nvPr/>
            </p:nvSpPr>
            <p:spPr>
              <a:xfrm>
                <a:off x="2657018" y="2308049"/>
                <a:ext cx="223213" cy="342899"/>
              </a:xfrm>
              <a:custGeom>
                <a:rect b="b" l="l" r="r" t="t"/>
                <a:pathLst>
                  <a:path extrusionOk="0" h="3607" w="2348">
                    <a:moveTo>
                      <a:pt x="1174" y="29"/>
                    </a:moveTo>
                    <a:lnTo>
                      <a:pt x="1174" y="29"/>
                    </a:lnTo>
                    <a:cubicBezTo>
                      <a:pt x="1804" y="1"/>
                      <a:pt x="2347" y="516"/>
                      <a:pt x="2347" y="1145"/>
                    </a:cubicBezTo>
                    <a:lnTo>
                      <a:pt x="2347" y="2490"/>
                    </a:lnTo>
                    <a:cubicBezTo>
                      <a:pt x="2347" y="3120"/>
                      <a:pt x="1804" y="3607"/>
                      <a:pt x="1174" y="3607"/>
                    </a:cubicBezTo>
                    <a:lnTo>
                      <a:pt x="1174" y="3607"/>
                    </a:lnTo>
                    <a:cubicBezTo>
                      <a:pt x="516" y="3607"/>
                      <a:pt x="1" y="3091"/>
                      <a:pt x="1" y="2462"/>
                    </a:cubicBezTo>
                    <a:lnTo>
                      <a:pt x="1" y="1145"/>
                    </a:lnTo>
                    <a:cubicBezTo>
                      <a:pt x="1" y="516"/>
                      <a:pt x="544" y="1"/>
                      <a:pt x="1174" y="29"/>
                    </a:cubicBez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71"/>
              <p:cNvSpPr/>
              <p:nvPr/>
            </p:nvSpPr>
            <p:spPr>
              <a:xfrm>
                <a:off x="2904662" y="2084931"/>
                <a:ext cx="204105" cy="166079"/>
              </a:xfrm>
              <a:custGeom>
                <a:rect b="b" l="l" r="r" t="t"/>
                <a:pathLst>
                  <a:path extrusionOk="0" h="1747" w="2147">
                    <a:moveTo>
                      <a:pt x="1259" y="29"/>
                    </a:moveTo>
                    <a:lnTo>
                      <a:pt x="1317" y="29"/>
                    </a:lnTo>
                    <a:lnTo>
                      <a:pt x="1317" y="29"/>
                    </a:lnTo>
                    <a:cubicBezTo>
                      <a:pt x="2147" y="201"/>
                      <a:pt x="2147" y="1374"/>
                      <a:pt x="1317" y="1575"/>
                    </a:cubicBezTo>
                    <a:cubicBezTo>
                      <a:pt x="487" y="1747"/>
                      <a:pt x="0" y="688"/>
                      <a:pt x="658" y="172"/>
                    </a:cubicBezTo>
                    <a:cubicBezTo>
                      <a:pt x="630" y="401"/>
                      <a:pt x="658" y="688"/>
                      <a:pt x="973" y="716"/>
                    </a:cubicBezTo>
                    <a:lnTo>
                      <a:pt x="973" y="258"/>
                    </a:lnTo>
                    <a:cubicBezTo>
                      <a:pt x="973" y="115"/>
                      <a:pt x="1116" y="1"/>
                      <a:pt x="1259" y="29"/>
                    </a:cubicBez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71"/>
              <p:cNvSpPr/>
              <p:nvPr/>
            </p:nvSpPr>
            <p:spPr>
              <a:xfrm>
                <a:off x="2423062" y="2082269"/>
                <a:ext cx="206861" cy="168740"/>
              </a:xfrm>
              <a:custGeom>
                <a:rect b="b" l="l" r="r" t="t"/>
                <a:pathLst>
                  <a:path extrusionOk="0" h="1775" w="2176">
                    <a:moveTo>
                      <a:pt x="916" y="0"/>
                    </a:moveTo>
                    <a:lnTo>
                      <a:pt x="859" y="0"/>
                    </a:lnTo>
                    <a:lnTo>
                      <a:pt x="859" y="0"/>
                    </a:lnTo>
                    <a:cubicBezTo>
                      <a:pt x="29" y="172"/>
                      <a:pt x="0" y="1345"/>
                      <a:pt x="830" y="1546"/>
                    </a:cubicBezTo>
                    <a:cubicBezTo>
                      <a:pt x="1632" y="1775"/>
                      <a:pt x="2176" y="716"/>
                      <a:pt x="1517" y="172"/>
                    </a:cubicBezTo>
                    <a:cubicBezTo>
                      <a:pt x="1546" y="401"/>
                      <a:pt x="1489" y="687"/>
                      <a:pt x="1202" y="716"/>
                    </a:cubicBezTo>
                    <a:lnTo>
                      <a:pt x="1202" y="258"/>
                    </a:lnTo>
                    <a:cubicBezTo>
                      <a:pt x="1202" y="115"/>
                      <a:pt x="1059" y="0"/>
                      <a:pt x="916" y="0"/>
                    </a:cubicBez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71"/>
              <p:cNvSpPr/>
              <p:nvPr/>
            </p:nvSpPr>
            <p:spPr>
              <a:xfrm>
                <a:off x="2510142" y="1712179"/>
                <a:ext cx="514302" cy="751013"/>
              </a:xfrm>
              <a:custGeom>
                <a:rect b="b" l="l" r="r" t="t"/>
                <a:pathLst>
                  <a:path extrusionOk="0" h="7900" w="5410">
                    <a:moveTo>
                      <a:pt x="2690" y="7900"/>
                    </a:moveTo>
                    <a:cubicBezTo>
                      <a:pt x="1231" y="7900"/>
                      <a:pt x="0" y="6068"/>
                      <a:pt x="0" y="4637"/>
                    </a:cubicBezTo>
                    <a:lnTo>
                      <a:pt x="0" y="2720"/>
                    </a:lnTo>
                    <a:cubicBezTo>
                      <a:pt x="0" y="1232"/>
                      <a:pt x="1202" y="1"/>
                      <a:pt x="2690" y="1"/>
                    </a:cubicBezTo>
                    <a:lnTo>
                      <a:pt x="2690" y="1"/>
                    </a:lnTo>
                    <a:cubicBezTo>
                      <a:pt x="4179" y="1"/>
                      <a:pt x="5409" y="1232"/>
                      <a:pt x="5409" y="2720"/>
                    </a:cubicBezTo>
                    <a:lnTo>
                      <a:pt x="5409" y="4580"/>
                    </a:lnTo>
                    <a:cubicBezTo>
                      <a:pt x="5409" y="6183"/>
                      <a:pt x="4322" y="7900"/>
                      <a:pt x="2690" y="7900"/>
                    </a:cubicBezTo>
                    <a:close/>
                  </a:path>
                </a:pathLst>
              </a:custGeom>
              <a:solidFill>
                <a:srgbClr val="E6AE8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71"/>
              <p:cNvSpPr/>
              <p:nvPr/>
            </p:nvSpPr>
            <p:spPr>
              <a:xfrm>
                <a:off x="2877379" y="2207375"/>
                <a:ext cx="73580" cy="87175"/>
              </a:xfrm>
              <a:custGeom>
                <a:rect b="b" l="l" r="r" t="t"/>
                <a:pathLst>
                  <a:path extrusionOk="0" h="917" w="774">
                    <a:moveTo>
                      <a:pt x="373" y="29"/>
                    </a:moveTo>
                    <a:cubicBezTo>
                      <a:pt x="144" y="29"/>
                      <a:pt x="1" y="201"/>
                      <a:pt x="1" y="401"/>
                    </a:cubicBezTo>
                    <a:cubicBezTo>
                      <a:pt x="1" y="916"/>
                      <a:pt x="745" y="916"/>
                      <a:pt x="745" y="401"/>
                    </a:cubicBezTo>
                    <a:cubicBezTo>
                      <a:pt x="774" y="201"/>
                      <a:pt x="573" y="1"/>
                      <a:pt x="373" y="29"/>
                    </a:cubicBez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71"/>
              <p:cNvSpPr/>
              <p:nvPr/>
            </p:nvSpPr>
            <p:spPr>
              <a:xfrm>
                <a:off x="2569938" y="2215550"/>
                <a:ext cx="84513" cy="84418"/>
              </a:xfrm>
              <a:custGeom>
                <a:rect b="b" l="l" r="r" t="t"/>
                <a:pathLst>
                  <a:path extrusionOk="0" h="888" w="889">
                    <a:moveTo>
                      <a:pt x="487" y="0"/>
                    </a:moveTo>
                    <a:cubicBezTo>
                      <a:pt x="144" y="0"/>
                      <a:pt x="1" y="430"/>
                      <a:pt x="230" y="659"/>
                    </a:cubicBezTo>
                    <a:cubicBezTo>
                      <a:pt x="487" y="888"/>
                      <a:pt x="888" y="687"/>
                      <a:pt x="888" y="373"/>
                    </a:cubicBezTo>
                    <a:cubicBezTo>
                      <a:pt x="859" y="144"/>
                      <a:pt x="688" y="0"/>
                      <a:pt x="487" y="0"/>
                    </a:cubicBezTo>
                    <a:close/>
                  </a:path>
                </a:pathLst>
              </a:custGeom>
              <a:solidFill>
                <a:srgbClr val="D672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71"/>
              <p:cNvSpPr/>
              <p:nvPr/>
            </p:nvSpPr>
            <p:spPr>
              <a:xfrm>
                <a:off x="2597222" y="2049566"/>
                <a:ext cx="106188" cy="40878"/>
              </a:xfrm>
              <a:custGeom>
                <a:rect b="b" l="l" r="r" t="t"/>
                <a:pathLst>
                  <a:path extrusionOk="0" h="430" w="1117">
                    <a:moveTo>
                      <a:pt x="973" y="144"/>
                    </a:moveTo>
                    <a:cubicBezTo>
                      <a:pt x="1116" y="172"/>
                      <a:pt x="1030" y="430"/>
                      <a:pt x="859" y="344"/>
                    </a:cubicBezTo>
                    <a:cubicBezTo>
                      <a:pt x="658" y="258"/>
                      <a:pt x="401" y="258"/>
                      <a:pt x="200" y="373"/>
                    </a:cubicBezTo>
                    <a:cubicBezTo>
                      <a:pt x="143" y="430"/>
                      <a:pt x="86" y="401"/>
                      <a:pt x="57" y="344"/>
                    </a:cubicBezTo>
                    <a:cubicBezTo>
                      <a:pt x="0" y="287"/>
                      <a:pt x="29" y="230"/>
                      <a:pt x="86" y="201"/>
                    </a:cubicBezTo>
                    <a:cubicBezTo>
                      <a:pt x="344" y="29"/>
                      <a:pt x="687" y="1"/>
                      <a:pt x="973" y="144"/>
                    </a:cubicBezTo>
                    <a:close/>
                  </a:path>
                </a:pathLst>
              </a:custGeom>
              <a:solidFill>
                <a:srgbClr val="302A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71"/>
              <p:cNvSpPr/>
              <p:nvPr/>
            </p:nvSpPr>
            <p:spPr>
              <a:xfrm>
                <a:off x="2847528" y="2052323"/>
                <a:ext cx="103431" cy="40878"/>
              </a:xfrm>
              <a:custGeom>
                <a:rect b="b" l="l" r="r" t="t"/>
                <a:pathLst>
                  <a:path extrusionOk="0" h="430" w="1088">
                    <a:moveTo>
                      <a:pt x="1002" y="143"/>
                    </a:moveTo>
                    <a:cubicBezTo>
                      <a:pt x="1059" y="172"/>
                      <a:pt x="1088" y="258"/>
                      <a:pt x="1059" y="315"/>
                    </a:cubicBezTo>
                    <a:cubicBezTo>
                      <a:pt x="1030" y="372"/>
                      <a:pt x="944" y="372"/>
                      <a:pt x="887" y="344"/>
                    </a:cubicBezTo>
                    <a:cubicBezTo>
                      <a:pt x="687" y="258"/>
                      <a:pt x="429" y="258"/>
                      <a:pt x="229" y="344"/>
                    </a:cubicBezTo>
                    <a:cubicBezTo>
                      <a:pt x="86" y="430"/>
                      <a:pt x="0" y="229"/>
                      <a:pt x="115" y="143"/>
                    </a:cubicBezTo>
                    <a:cubicBezTo>
                      <a:pt x="401" y="0"/>
                      <a:pt x="716" y="0"/>
                      <a:pt x="1002" y="143"/>
                    </a:cubicBezTo>
                    <a:close/>
                  </a:path>
                </a:pathLst>
              </a:custGeom>
              <a:solidFill>
                <a:srgbClr val="302A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71"/>
              <p:cNvSpPr/>
              <p:nvPr/>
            </p:nvSpPr>
            <p:spPr>
              <a:xfrm>
                <a:off x="2708733" y="2264509"/>
                <a:ext cx="133376" cy="81756"/>
              </a:xfrm>
              <a:custGeom>
                <a:rect b="b" l="l" r="r" t="t"/>
                <a:pathLst>
                  <a:path extrusionOk="0" h="860" w="1403">
                    <a:moveTo>
                      <a:pt x="0" y="115"/>
                    </a:moveTo>
                    <a:cubicBezTo>
                      <a:pt x="172" y="859"/>
                      <a:pt x="1231" y="859"/>
                      <a:pt x="1403" y="115"/>
                    </a:cubicBezTo>
                    <a:lnTo>
                      <a:pt x="1403" y="115"/>
                    </a:lnTo>
                    <a:cubicBezTo>
                      <a:pt x="1403" y="58"/>
                      <a:pt x="1346" y="1"/>
                      <a:pt x="1288" y="1"/>
                    </a:cubicBezTo>
                    <a:lnTo>
                      <a:pt x="144" y="1"/>
                    </a:lnTo>
                    <a:cubicBezTo>
                      <a:pt x="58" y="1"/>
                      <a:pt x="29" y="58"/>
                      <a:pt x="29" y="115"/>
                    </a:cubicBezTo>
                    <a:close/>
                  </a:path>
                </a:pathLst>
              </a:custGeom>
              <a:solidFill>
                <a:srgbClr val="302A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71"/>
              <p:cNvSpPr/>
              <p:nvPr/>
            </p:nvSpPr>
            <p:spPr>
              <a:xfrm>
                <a:off x="2733260" y="2305292"/>
                <a:ext cx="76242" cy="35459"/>
              </a:xfrm>
              <a:custGeom>
                <a:rect b="b" l="l" r="r" t="t"/>
                <a:pathLst>
                  <a:path extrusionOk="0" h="373" w="802">
                    <a:moveTo>
                      <a:pt x="0" y="230"/>
                    </a:moveTo>
                    <a:cubicBezTo>
                      <a:pt x="143" y="316"/>
                      <a:pt x="286" y="373"/>
                      <a:pt x="458" y="373"/>
                    </a:cubicBezTo>
                    <a:cubicBezTo>
                      <a:pt x="572" y="373"/>
                      <a:pt x="687" y="344"/>
                      <a:pt x="801" y="287"/>
                    </a:cubicBezTo>
                    <a:cubicBezTo>
                      <a:pt x="744" y="115"/>
                      <a:pt x="572" y="30"/>
                      <a:pt x="401" y="30"/>
                    </a:cubicBezTo>
                    <a:cubicBezTo>
                      <a:pt x="258" y="1"/>
                      <a:pt x="86" y="87"/>
                      <a:pt x="0" y="230"/>
                    </a:cubicBezTo>
                    <a:close/>
                  </a:path>
                </a:pathLst>
              </a:custGeom>
              <a:solidFill>
                <a:srgbClr val="BA454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71"/>
              <p:cNvSpPr/>
              <p:nvPr/>
            </p:nvSpPr>
            <p:spPr>
              <a:xfrm>
                <a:off x="2722328" y="2264509"/>
                <a:ext cx="106188" cy="30041"/>
              </a:xfrm>
              <a:custGeom>
                <a:rect b="b" l="l" r="r" t="t"/>
                <a:pathLst>
                  <a:path extrusionOk="0" h="316" w="1117">
                    <a:moveTo>
                      <a:pt x="1117" y="1"/>
                    </a:moveTo>
                    <a:lnTo>
                      <a:pt x="29" y="1"/>
                    </a:lnTo>
                    <a:cubicBezTo>
                      <a:pt x="1" y="115"/>
                      <a:pt x="58" y="230"/>
                      <a:pt x="144" y="258"/>
                    </a:cubicBezTo>
                    <a:cubicBezTo>
                      <a:pt x="458" y="315"/>
                      <a:pt x="773" y="287"/>
                      <a:pt x="1088" y="230"/>
                    </a:cubicBezTo>
                    <a:cubicBezTo>
                      <a:pt x="1117" y="144"/>
                      <a:pt x="1117" y="86"/>
                      <a:pt x="11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71"/>
              <p:cNvSpPr/>
              <p:nvPr/>
            </p:nvSpPr>
            <p:spPr>
              <a:xfrm>
                <a:off x="2746854" y="2161173"/>
                <a:ext cx="46297" cy="68067"/>
              </a:xfrm>
              <a:custGeom>
                <a:rect b="b" l="l" r="r" t="t"/>
                <a:pathLst>
                  <a:path extrusionOk="0" h="716" w="487">
                    <a:moveTo>
                      <a:pt x="344" y="200"/>
                    </a:moveTo>
                    <a:cubicBezTo>
                      <a:pt x="401" y="315"/>
                      <a:pt x="458" y="458"/>
                      <a:pt x="487" y="630"/>
                    </a:cubicBezTo>
                    <a:cubicBezTo>
                      <a:pt x="487" y="687"/>
                      <a:pt x="172" y="716"/>
                      <a:pt x="86" y="630"/>
                    </a:cubicBezTo>
                    <a:cubicBezTo>
                      <a:pt x="0" y="515"/>
                      <a:pt x="86" y="344"/>
                      <a:pt x="172" y="200"/>
                    </a:cubicBezTo>
                    <a:cubicBezTo>
                      <a:pt x="229" y="29"/>
                      <a:pt x="286" y="0"/>
                      <a:pt x="344" y="200"/>
                    </a:cubicBezTo>
                    <a:close/>
                  </a:path>
                </a:pathLst>
              </a:custGeom>
              <a:solidFill>
                <a:srgbClr val="F8DBC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71"/>
              <p:cNvSpPr/>
              <p:nvPr/>
            </p:nvSpPr>
            <p:spPr>
              <a:xfrm>
                <a:off x="2852947" y="2123052"/>
                <a:ext cx="95255" cy="51810"/>
              </a:xfrm>
              <a:custGeom>
                <a:rect b="b" l="l" r="r" t="t"/>
                <a:pathLst>
                  <a:path extrusionOk="0" h="545" w="1002">
                    <a:moveTo>
                      <a:pt x="687" y="430"/>
                    </a:moveTo>
                    <a:cubicBezTo>
                      <a:pt x="687" y="287"/>
                      <a:pt x="573" y="201"/>
                      <a:pt x="458" y="201"/>
                    </a:cubicBezTo>
                    <a:cubicBezTo>
                      <a:pt x="372" y="201"/>
                      <a:pt x="315" y="229"/>
                      <a:pt x="286" y="258"/>
                    </a:cubicBezTo>
                    <a:cubicBezTo>
                      <a:pt x="229" y="315"/>
                      <a:pt x="201" y="372"/>
                      <a:pt x="201" y="430"/>
                    </a:cubicBezTo>
                    <a:cubicBezTo>
                      <a:pt x="229" y="544"/>
                      <a:pt x="0" y="544"/>
                      <a:pt x="29" y="430"/>
                    </a:cubicBezTo>
                    <a:cubicBezTo>
                      <a:pt x="29" y="201"/>
                      <a:pt x="201" y="0"/>
                      <a:pt x="458" y="0"/>
                    </a:cubicBezTo>
                    <a:cubicBezTo>
                      <a:pt x="573" y="0"/>
                      <a:pt x="659" y="58"/>
                      <a:pt x="744" y="115"/>
                    </a:cubicBezTo>
                    <a:cubicBezTo>
                      <a:pt x="802" y="172"/>
                      <a:pt x="830" y="229"/>
                      <a:pt x="859" y="258"/>
                    </a:cubicBezTo>
                    <a:cubicBezTo>
                      <a:pt x="859" y="287"/>
                      <a:pt x="887" y="287"/>
                      <a:pt x="916" y="258"/>
                    </a:cubicBezTo>
                    <a:cubicBezTo>
                      <a:pt x="916" y="258"/>
                      <a:pt x="916" y="258"/>
                      <a:pt x="945" y="258"/>
                    </a:cubicBezTo>
                    <a:cubicBezTo>
                      <a:pt x="945" y="287"/>
                      <a:pt x="945" y="287"/>
                      <a:pt x="945" y="315"/>
                    </a:cubicBezTo>
                    <a:cubicBezTo>
                      <a:pt x="916" y="315"/>
                      <a:pt x="887" y="344"/>
                      <a:pt x="859" y="344"/>
                    </a:cubicBezTo>
                    <a:lnTo>
                      <a:pt x="859" y="344"/>
                    </a:lnTo>
                    <a:cubicBezTo>
                      <a:pt x="887" y="344"/>
                      <a:pt x="916" y="344"/>
                      <a:pt x="945" y="344"/>
                    </a:cubicBezTo>
                    <a:cubicBezTo>
                      <a:pt x="973" y="315"/>
                      <a:pt x="973" y="315"/>
                      <a:pt x="1002" y="344"/>
                    </a:cubicBezTo>
                    <a:cubicBezTo>
                      <a:pt x="1002" y="344"/>
                      <a:pt x="1002" y="344"/>
                      <a:pt x="1002" y="372"/>
                    </a:cubicBezTo>
                    <a:cubicBezTo>
                      <a:pt x="945" y="372"/>
                      <a:pt x="916" y="372"/>
                      <a:pt x="887" y="372"/>
                    </a:cubicBezTo>
                    <a:lnTo>
                      <a:pt x="887" y="372"/>
                    </a:lnTo>
                    <a:cubicBezTo>
                      <a:pt x="916" y="401"/>
                      <a:pt x="945" y="401"/>
                      <a:pt x="973" y="372"/>
                    </a:cubicBezTo>
                    <a:cubicBezTo>
                      <a:pt x="1002" y="372"/>
                      <a:pt x="1002" y="401"/>
                      <a:pt x="1002" y="401"/>
                    </a:cubicBezTo>
                    <a:cubicBezTo>
                      <a:pt x="1002" y="430"/>
                      <a:pt x="1002" y="430"/>
                      <a:pt x="973" y="430"/>
                    </a:cubicBezTo>
                    <a:cubicBezTo>
                      <a:pt x="945" y="430"/>
                      <a:pt x="916" y="430"/>
                      <a:pt x="887" y="430"/>
                    </a:cubicBezTo>
                    <a:cubicBezTo>
                      <a:pt x="887" y="487"/>
                      <a:pt x="859" y="516"/>
                      <a:pt x="802" y="516"/>
                    </a:cubicBezTo>
                    <a:cubicBezTo>
                      <a:pt x="744" y="516"/>
                      <a:pt x="687" y="487"/>
                      <a:pt x="687" y="430"/>
                    </a:cubicBezTo>
                    <a:close/>
                  </a:path>
                </a:pathLst>
              </a:custGeom>
              <a:solidFill>
                <a:srgbClr val="302A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71"/>
              <p:cNvSpPr/>
              <p:nvPr/>
            </p:nvSpPr>
            <p:spPr>
              <a:xfrm>
                <a:off x="2599884" y="2123052"/>
                <a:ext cx="95350" cy="51810"/>
              </a:xfrm>
              <a:custGeom>
                <a:rect b="b" l="l" r="r" t="t"/>
                <a:pathLst>
                  <a:path extrusionOk="0" h="545" w="1003">
                    <a:moveTo>
                      <a:pt x="316" y="430"/>
                    </a:moveTo>
                    <a:cubicBezTo>
                      <a:pt x="316" y="372"/>
                      <a:pt x="344" y="315"/>
                      <a:pt x="401" y="258"/>
                    </a:cubicBezTo>
                    <a:cubicBezTo>
                      <a:pt x="430" y="229"/>
                      <a:pt x="487" y="201"/>
                      <a:pt x="544" y="201"/>
                    </a:cubicBezTo>
                    <a:cubicBezTo>
                      <a:pt x="630" y="201"/>
                      <a:pt x="688" y="201"/>
                      <a:pt x="716" y="258"/>
                    </a:cubicBezTo>
                    <a:cubicBezTo>
                      <a:pt x="773" y="315"/>
                      <a:pt x="802" y="372"/>
                      <a:pt x="802" y="430"/>
                    </a:cubicBezTo>
                    <a:cubicBezTo>
                      <a:pt x="773" y="544"/>
                      <a:pt x="1002" y="544"/>
                      <a:pt x="974" y="430"/>
                    </a:cubicBezTo>
                    <a:cubicBezTo>
                      <a:pt x="974" y="315"/>
                      <a:pt x="945" y="201"/>
                      <a:pt x="859" y="144"/>
                    </a:cubicBezTo>
                    <a:cubicBezTo>
                      <a:pt x="773" y="58"/>
                      <a:pt x="659" y="0"/>
                      <a:pt x="544" y="0"/>
                    </a:cubicBezTo>
                    <a:cubicBezTo>
                      <a:pt x="430" y="0"/>
                      <a:pt x="344" y="58"/>
                      <a:pt x="258" y="115"/>
                    </a:cubicBezTo>
                    <a:cubicBezTo>
                      <a:pt x="201" y="172"/>
                      <a:pt x="172" y="201"/>
                      <a:pt x="172" y="258"/>
                    </a:cubicBezTo>
                    <a:cubicBezTo>
                      <a:pt x="144" y="287"/>
                      <a:pt x="115" y="287"/>
                      <a:pt x="115" y="258"/>
                    </a:cubicBezTo>
                    <a:cubicBezTo>
                      <a:pt x="87" y="258"/>
                      <a:pt x="87" y="258"/>
                      <a:pt x="58" y="258"/>
                    </a:cubicBezTo>
                    <a:cubicBezTo>
                      <a:pt x="58" y="287"/>
                      <a:pt x="58" y="287"/>
                      <a:pt x="58" y="315"/>
                    </a:cubicBezTo>
                    <a:cubicBezTo>
                      <a:pt x="87" y="315"/>
                      <a:pt x="115" y="344"/>
                      <a:pt x="144" y="344"/>
                    </a:cubicBezTo>
                    <a:lnTo>
                      <a:pt x="144" y="344"/>
                    </a:lnTo>
                    <a:cubicBezTo>
                      <a:pt x="115" y="344"/>
                      <a:pt x="87" y="344"/>
                      <a:pt x="58" y="344"/>
                    </a:cubicBezTo>
                    <a:lnTo>
                      <a:pt x="29" y="344"/>
                    </a:lnTo>
                    <a:cubicBezTo>
                      <a:pt x="1" y="344"/>
                      <a:pt x="1" y="344"/>
                      <a:pt x="29" y="372"/>
                    </a:cubicBezTo>
                    <a:cubicBezTo>
                      <a:pt x="58" y="372"/>
                      <a:pt x="87" y="372"/>
                      <a:pt x="115" y="372"/>
                    </a:cubicBezTo>
                    <a:lnTo>
                      <a:pt x="115" y="372"/>
                    </a:lnTo>
                    <a:cubicBezTo>
                      <a:pt x="87" y="401"/>
                      <a:pt x="58" y="401"/>
                      <a:pt x="29" y="372"/>
                    </a:cubicBezTo>
                    <a:cubicBezTo>
                      <a:pt x="1" y="372"/>
                      <a:pt x="1" y="401"/>
                      <a:pt x="1" y="401"/>
                    </a:cubicBezTo>
                    <a:cubicBezTo>
                      <a:pt x="1" y="430"/>
                      <a:pt x="1" y="430"/>
                      <a:pt x="29" y="430"/>
                    </a:cubicBezTo>
                    <a:cubicBezTo>
                      <a:pt x="58" y="430"/>
                      <a:pt x="87" y="430"/>
                      <a:pt x="115" y="430"/>
                    </a:cubicBezTo>
                    <a:cubicBezTo>
                      <a:pt x="115" y="487"/>
                      <a:pt x="144" y="516"/>
                      <a:pt x="201" y="516"/>
                    </a:cubicBezTo>
                    <a:cubicBezTo>
                      <a:pt x="258" y="544"/>
                      <a:pt x="316" y="487"/>
                      <a:pt x="316" y="430"/>
                    </a:cubicBezTo>
                    <a:close/>
                  </a:path>
                </a:pathLst>
              </a:custGeom>
              <a:solidFill>
                <a:srgbClr val="302A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71"/>
              <p:cNvSpPr/>
              <p:nvPr/>
            </p:nvSpPr>
            <p:spPr>
              <a:xfrm>
                <a:off x="2439414" y="1646965"/>
                <a:ext cx="612219" cy="478937"/>
              </a:xfrm>
              <a:custGeom>
                <a:rect b="b" l="l" r="r" t="t"/>
                <a:pathLst>
                  <a:path extrusionOk="0" h="5038" w="6440">
                    <a:moveTo>
                      <a:pt x="744" y="4579"/>
                    </a:moveTo>
                    <a:lnTo>
                      <a:pt x="744" y="5037"/>
                    </a:lnTo>
                    <a:cubicBezTo>
                      <a:pt x="1059" y="4894"/>
                      <a:pt x="1259" y="4551"/>
                      <a:pt x="1202" y="4178"/>
                    </a:cubicBezTo>
                    <a:cubicBezTo>
                      <a:pt x="1202" y="4178"/>
                      <a:pt x="2662" y="3921"/>
                      <a:pt x="3120" y="2547"/>
                    </a:cubicBezTo>
                    <a:cubicBezTo>
                      <a:pt x="3120" y="2547"/>
                      <a:pt x="4064" y="2891"/>
                      <a:pt x="4751" y="2604"/>
                    </a:cubicBezTo>
                    <a:cubicBezTo>
                      <a:pt x="4751" y="2604"/>
                      <a:pt x="5066" y="3778"/>
                      <a:pt x="5781" y="4007"/>
                    </a:cubicBezTo>
                    <a:cubicBezTo>
                      <a:pt x="5781" y="4007"/>
                      <a:pt x="5810" y="4865"/>
                      <a:pt x="6153" y="4951"/>
                    </a:cubicBezTo>
                    <a:lnTo>
                      <a:pt x="6153" y="4551"/>
                    </a:lnTo>
                    <a:lnTo>
                      <a:pt x="6439" y="3949"/>
                    </a:lnTo>
                    <a:lnTo>
                      <a:pt x="6211" y="1946"/>
                    </a:lnTo>
                    <a:cubicBezTo>
                      <a:pt x="5838" y="1374"/>
                      <a:pt x="5409" y="830"/>
                      <a:pt x="4980" y="315"/>
                    </a:cubicBezTo>
                    <a:cubicBezTo>
                      <a:pt x="4780" y="229"/>
                      <a:pt x="3177" y="0"/>
                      <a:pt x="3177" y="0"/>
                    </a:cubicBezTo>
                    <a:lnTo>
                      <a:pt x="1288" y="1059"/>
                    </a:lnTo>
                    <a:cubicBezTo>
                      <a:pt x="1288" y="1059"/>
                      <a:pt x="630" y="1946"/>
                      <a:pt x="630" y="2146"/>
                    </a:cubicBezTo>
                    <a:cubicBezTo>
                      <a:pt x="630" y="2347"/>
                      <a:pt x="0" y="3606"/>
                      <a:pt x="744" y="4579"/>
                    </a:cubicBezTo>
                    <a:close/>
                  </a:path>
                </a:pathLst>
              </a:custGeom>
              <a:solidFill>
                <a:srgbClr val="302A5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71"/>
              <p:cNvSpPr/>
              <p:nvPr/>
            </p:nvSpPr>
            <p:spPr>
              <a:xfrm>
                <a:off x="1995935" y="3295683"/>
                <a:ext cx="1542715" cy="16351"/>
              </a:xfrm>
              <a:custGeom>
                <a:rect b="b" l="l" r="r" t="t"/>
                <a:pathLst>
                  <a:path extrusionOk="0" fill="none" h="172" w="16228">
                    <a:moveTo>
                      <a:pt x="0" y="0"/>
                    </a:moveTo>
                    <a:lnTo>
                      <a:pt x="487" y="172"/>
                    </a:lnTo>
                    <a:moveTo>
                      <a:pt x="16227" y="0"/>
                    </a:moveTo>
                    <a:lnTo>
                      <a:pt x="15798" y="143"/>
                    </a:lnTo>
                  </a:path>
                </a:pathLst>
              </a:custGeom>
              <a:noFill/>
              <a:ln cap="rnd" cmpd="sng" w="6450">
                <a:solidFill>
                  <a:srgbClr val="D6725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71"/>
              <p:cNvSpPr/>
              <p:nvPr/>
            </p:nvSpPr>
            <p:spPr>
              <a:xfrm>
                <a:off x="2501967" y="2811420"/>
                <a:ext cx="541490" cy="323791"/>
              </a:xfrm>
              <a:custGeom>
                <a:rect b="b" l="l" r="r" t="t"/>
                <a:pathLst>
                  <a:path extrusionOk="0" h="3406" w="5696">
                    <a:moveTo>
                      <a:pt x="1031" y="458"/>
                    </a:moveTo>
                    <a:lnTo>
                      <a:pt x="1031" y="458"/>
                    </a:lnTo>
                    <a:cubicBezTo>
                      <a:pt x="1431" y="29"/>
                      <a:pt x="2090" y="29"/>
                      <a:pt x="2519" y="429"/>
                    </a:cubicBezTo>
                    <a:lnTo>
                      <a:pt x="2834" y="744"/>
                    </a:lnTo>
                    <a:lnTo>
                      <a:pt x="3149" y="429"/>
                    </a:lnTo>
                    <a:cubicBezTo>
                      <a:pt x="3549" y="0"/>
                      <a:pt x="4207" y="0"/>
                      <a:pt x="4637" y="401"/>
                    </a:cubicBezTo>
                    <a:lnTo>
                      <a:pt x="4637" y="401"/>
                    </a:lnTo>
                    <a:cubicBezTo>
                      <a:pt x="5696" y="1431"/>
                      <a:pt x="4150" y="2662"/>
                      <a:pt x="2891" y="3406"/>
                    </a:cubicBezTo>
                    <a:cubicBezTo>
                      <a:pt x="1689" y="2891"/>
                      <a:pt x="0" y="1517"/>
                      <a:pt x="1031" y="4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71"/>
              <p:cNvSpPr/>
              <p:nvPr/>
            </p:nvSpPr>
            <p:spPr>
              <a:xfrm>
                <a:off x="1680318" y="2468614"/>
                <a:ext cx="424465" cy="546909"/>
              </a:xfrm>
              <a:custGeom>
                <a:rect b="b" l="l" r="r" t="t"/>
                <a:pathLst>
                  <a:path extrusionOk="0" h="5753" w="4465">
                    <a:moveTo>
                      <a:pt x="3721" y="0"/>
                    </a:moveTo>
                    <a:lnTo>
                      <a:pt x="4379" y="458"/>
                    </a:lnTo>
                    <a:lnTo>
                      <a:pt x="4179" y="773"/>
                    </a:lnTo>
                    <a:cubicBezTo>
                      <a:pt x="4436" y="1002"/>
                      <a:pt x="4465" y="1374"/>
                      <a:pt x="4265" y="1660"/>
                    </a:cubicBezTo>
                    <a:lnTo>
                      <a:pt x="4064" y="2003"/>
                    </a:lnTo>
                    <a:lnTo>
                      <a:pt x="3750" y="2461"/>
                    </a:lnTo>
                    <a:lnTo>
                      <a:pt x="3750" y="2461"/>
                    </a:lnTo>
                    <a:lnTo>
                      <a:pt x="3721" y="2519"/>
                    </a:lnTo>
                    <a:lnTo>
                      <a:pt x="3721" y="2519"/>
                    </a:lnTo>
                    <a:cubicBezTo>
                      <a:pt x="3664" y="2576"/>
                      <a:pt x="3635" y="2604"/>
                      <a:pt x="3578" y="2662"/>
                    </a:cubicBezTo>
                    <a:cubicBezTo>
                      <a:pt x="3463" y="2690"/>
                      <a:pt x="3406" y="2719"/>
                      <a:pt x="3377" y="2747"/>
                    </a:cubicBezTo>
                    <a:cubicBezTo>
                      <a:pt x="3349" y="2805"/>
                      <a:pt x="3349" y="2862"/>
                      <a:pt x="3349" y="2919"/>
                    </a:cubicBezTo>
                    <a:cubicBezTo>
                      <a:pt x="3349" y="3034"/>
                      <a:pt x="3320" y="3148"/>
                      <a:pt x="3234" y="3234"/>
                    </a:cubicBezTo>
                    <a:lnTo>
                      <a:pt x="3177" y="3320"/>
                    </a:lnTo>
                    <a:lnTo>
                      <a:pt x="1861" y="5323"/>
                    </a:lnTo>
                    <a:lnTo>
                      <a:pt x="1803" y="5409"/>
                    </a:lnTo>
                    <a:cubicBezTo>
                      <a:pt x="1632" y="5695"/>
                      <a:pt x="1260" y="5753"/>
                      <a:pt x="1002" y="5581"/>
                    </a:cubicBezTo>
                    <a:lnTo>
                      <a:pt x="344" y="5123"/>
                    </a:lnTo>
                    <a:cubicBezTo>
                      <a:pt x="58" y="4951"/>
                      <a:pt x="0" y="4579"/>
                      <a:pt x="172" y="4322"/>
                    </a:cubicBezTo>
                    <a:lnTo>
                      <a:pt x="229" y="4236"/>
                    </a:lnTo>
                    <a:lnTo>
                      <a:pt x="1546" y="2232"/>
                    </a:lnTo>
                    <a:lnTo>
                      <a:pt x="1603" y="2146"/>
                    </a:lnTo>
                    <a:cubicBezTo>
                      <a:pt x="1660" y="2061"/>
                      <a:pt x="1718" y="2003"/>
                      <a:pt x="1803" y="1946"/>
                    </a:cubicBezTo>
                    <a:cubicBezTo>
                      <a:pt x="1947" y="1889"/>
                      <a:pt x="1975" y="1860"/>
                      <a:pt x="1975" y="1832"/>
                    </a:cubicBezTo>
                    <a:cubicBezTo>
                      <a:pt x="2004" y="1774"/>
                      <a:pt x="2032" y="1717"/>
                      <a:pt x="2032" y="1660"/>
                    </a:cubicBezTo>
                    <a:cubicBezTo>
                      <a:pt x="2032" y="1574"/>
                      <a:pt x="2032" y="1488"/>
                      <a:pt x="2090" y="1431"/>
                    </a:cubicBezTo>
                    <a:lnTo>
                      <a:pt x="2090" y="1431"/>
                    </a:lnTo>
                    <a:lnTo>
                      <a:pt x="2118" y="1374"/>
                    </a:lnTo>
                    <a:lnTo>
                      <a:pt x="2433" y="916"/>
                    </a:lnTo>
                    <a:lnTo>
                      <a:pt x="2633" y="572"/>
                    </a:lnTo>
                    <a:cubicBezTo>
                      <a:pt x="2834" y="286"/>
                      <a:pt x="3206" y="172"/>
                      <a:pt x="3521" y="315"/>
                    </a:cubicBezTo>
                    <a:close/>
                  </a:path>
                </a:pathLst>
              </a:custGeom>
              <a:solidFill>
                <a:srgbClr val="7EACE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71"/>
              <p:cNvSpPr/>
              <p:nvPr/>
            </p:nvSpPr>
            <p:spPr>
              <a:xfrm>
                <a:off x="1680318" y="2468614"/>
                <a:ext cx="386439" cy="522382"/>
              </a:xfrm>
              <a:custGeom>
                <a:rect b="b" l="l" r="r" t="t"/>
                <a:pathLst>
                  <a:path extrusionOk="0" h="5495" w="4065">
                    <a:moveTo>
                      <a:pt x="3721" y="0"/>
                    </a:moveTo>
                    <a:lnTo>
                      <a:pt x="3978" y="172"/>
                    </a:lnTo>
                    <a:lnTo>
                      <a:pt x="3750" y="515"/>
                    </a:lnTo>
                    <a:cubicBezTo>
                      <a:pt x="4007" y="744"/>
                      <a:pt x="4064" y="1116"/>
                      <a:pt x="3864" y="1402"/>
                    </a:cubicBezTo>
                    <a:lnTo>
                      <a:pt x="3635" y="1746"/>
                    </a:lnTo>
                    <a:lnTo>
                      <a:pt x="3349" y="2204"/>
                    </a:lnTo>
                    <a:lnTo>
                      <a:pt x="3349" y="2204"/>
                    </a:lnTo>
                    <a:lnTo>
                      <a:pt x="3292" y="2261"/>
                    </a:lnTo>
                    <a:lnTo>
                      <a:pt x="3292" y="2261"/>
                    </a:lnTo>
                    <a:cubicBezTo>
                      <a:pt x="3263" y="2290"/>
                      <a:pt x="3206" y="2347"/>
                      <a:pt x="3149" y="2375"/>
                    </a:cubicBezTo>
                    <a:cubicBezTo>
                      <a:pt x="3063" y="2433"/>
                      <a:pt x="2977" y="2433"/>
                      <a:pt x="2948" y="2461"/>
                    </a:cubicBezTo>
                    <a:cubicBezTo>
                      <a:pt x="2920" y="2519"/>
                      <a:pt x="2920" y="2576"/>
                      <a:pt x="2948" y="2633"/>
                    </a:cubicBezTo>
                    <a:cubicBezTo>
                      <a:pt x="2948" y="2747"/>
                      <a:pt x="2891" y="2862"/>
                      <a:pt x="2834" y="2948"/>
                    </a:cubicBezTo>
                    <a:lnTo>
                      <a:pt x="2776" y="3062"/>
                    </a:lnTo>
                    <a:lnTo>
                      <a:pt x="1460" y="5037"/>
                    </a:lnTo>
                    <a:lnTo>
                      <a:pt x="1403" y="5152"/>
                    </a:lnTo>
                    <a:cubicBezTo>
                      <a:pt x="1202" y="5409"/>
                      <a:pt x="859" y="5495"/>
                      <a:pt x="573" y="5295"/>
                    </a:cubicBezTo>
                    <a:lnTo>
                      <a:pt x="344" y="5152"/>
                    </a:lnTo>
                    <a:cubicBezTo>
                      <a:pt x="58" y="4951"/>
                      <a:pt x="0" y="4608"/>
                      <a:pt x="172" y="4322"/>
                    </a:cubicBezTo>
                    <a:lnTo>
                      <a:pt x="229" y="4236"/>
                    </a:lnTo>
                    <a:lnTo>
                      <a:pt x="1546" y="2232"/>
                    </a:lnTo>
                    <a:lnTo>
                      <a:pt x="1603" y="2146"/>
                    </a:lnTo>
                    <a:cubicBezTo>
                      <a:pt x="1660" y="2061"/>
                      <a:pt x="1718" y="2003"/>
                      <a:pt x="1803" y="1975"/>
                    </a:cubicBezTo>
                    <a:cubicBezTo>
                      <a:pt x="1947" y="1889"/>
                      <a:pt x="1975" y="1889"/>
                      <a:pt x="1975" y="1832"/>
                    </a:cubicBezTo>
                    <a:cubicBezTo>
                      <a:pt x="2004" y="1774"/>
                      <a:pt x="2032" y="1717"/>
                      <a:pt x="2032" y="1660"/>
                    </a:cubicBezTo>
                    <a:cubicBezTo>
                      <a:pt x="2032" y="1574"/>
                      <a:pt x="2061" y="1517"/>
                      <a:pt x="2090" y="1431"/>
                    </a:cubicBezTo>
                    <a:lnTo>
                      <a:pt x="2090" y="1431"/>
                    </a:lnTo>
                    <a:lnTo>
                      <a:pt x="2118" y="1374"/>
                    </a:lnTo>
                    <a:lnTo>
                      <a:pt x="2433" y="916"/>
                    </a:lnTo>
                    <a:lnTo>
                      <a:pt x="2633" y="601"/>
                    </a:lnTo>
                    <a:cubicBezTo>
                      <a:pt x="2834" y="286"/>
                      <a:pt x="3206" y="200"/>
                      <a:pt x="3521" y="343"/>
                    </a:cubicBezTo>
                    <a:close/>
                  </a:path>
                </a:pathLst>
              </a:custGeom>
              <a:solidFill>
                <a:srgbClr val="C3D9F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71"/>
              <p:cNvSpPr/>
              <p:nvPr/>
            </p:nvSpPr>
            <p:spPr>
              <a:xfrm>
                <a:off x="2017705" y="2433250"/>
                <a:ext cx="108849" cy="95255"/>
              </a:xfrm>
              <a:custGeom>
                <a:rect b="b" l="l" r="r" t="t"/>
                <a:pathLst>
                  <a:path extrusionOk="0" h="1002" w="1145">
                    <a:moveTo>
                      <a:pt x="744" y="229"/>
                    </a:moveTo>
                    <a:lnTo>
                      <a:pt x="458" y="57"/>
                    </a:lnTo>
                    <a:cubicBezTo>
                      <a:pt x="372" y="0"/>
                      <a:pt x="258" y="29"/>
                      <a:pt x="201" y="114"/>
                    </a:cubicBezTo>
                    <a:lnTo>
                      <a:pt x="0" y="429"/>
                    </a:lnTo>
                    <a:lnTo>
                      <a:pt x="429" y="715"/>
                    </a:lnTo>
                    <a:lnTo>
                      <a:pt x="859" y="1002"/>
                    </a:lnTo>
                    <a:lnTo>
                      <a:pt x="1059" y="687"/>
                    </a:lnTo>
                    <a:cubicBezTo>
                      <a:pt x="1145" y="601"/>
                      <a:pt x="1116" y="487"/>
                      <a:pt x="1030" y="429"/>
                    </a:cubicBezTo>
                    <a:close/>
                  </a:path>
                </a:pathLst>
              </a:custGeom>
              <a:solidFill>
                <a:srgbClr val="4869B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71"/>
              <p:cNvSpPr/>
              <p:nvPr/>
            </p:nvSpPr>
            <p:spPr>
              <a:xfrm>
                <a:off x="1887085" y="2525749"/>
                <a:ext cx="198686" cy="165983"/>
              </a:xfrm>
              <a:custGeom>
                <a:rect b="b" l="l" r="r" t="t"/>
                <a:pathLst>
                  <a:path extrusionOk="0" h="1746" w="2090">
                    <a:moveTo>
                      <a:pt x="458" y="0"/>
                    </a:moveTo>
                    <a:lnTo>
                      <a:pt x="0" y="687"/>
                    </a:lnTo>
                    <a:lnTo>
                      <a:pt x="1632" y="1746"/>
                    </a:lnTo>
                    <a:lnTo>
                      <a:pt x="2090" y="1088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4869B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71"/>
              <p:cNvSpPr/>
              <p:nvPr/>
            </p:nvSpPr>
            <p:spPr>
              <a:xfrm>
                <a:off x="1201475" y="2457682"/>
                <a:ext cx="307535" cy="157903"/>
              </a:xfrm>
              <a:custGeom>
                <a:rect b="b" l="l" r="r" t="t"/>
                <a:pathLst>
                  <a:path extrusionOk="0" h="1661" w="3235">
                    <a:moveTo>
                      <a:pt x="3063" y="1"/>
                    </a:moveTo>
                    <a:lnTo>
                      <a:pt x="0" y="1174"/>
                    </a:lnTo>
                    <a:lnTo>
                      <a:pt x="201" y="1660"/>
                    </a:lnTo>
                    <a:lnTo>
                      <a:pt x="3234" y="487"/>
                    </a:lnTo>
                    <a:lnTo>
                      <a:pt x="3063" y="1"/>
                    </a:lnTo>
                    <a:close/>
                  </a:path>
                </a:pathLst>
              </a:custGeom>
              <a:solidFill>
                <a:srgbClr val="AFDCDD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71"/>
              <p:cNvSpPr/>
              <p:nvPr/>
            </p:nvSpPr>
            <p:spPr>
              <a:xfrm>
                <a:off x="1201475" y="2457682"/>
                <a:ext cx="299360" cy="130714"/>
              </a:xfrm>
              <a:custGeom>
                <a:rect b="b" l="l" r="r" t="t"/>
                <a:pathLst>
                  <a:path extrusionOk="0" h="1375" w="3149">
                    <a:moveTo>
                      <a:pt x="3063" y="1"/>
                    </a:moveTo>
                    <a:lnTo>
                      <a:pt x="0" y="1174"/>
                    </a:lnTo>
                    <a:lnTo>
                      <a:pt x="86" y="1374"/>
                    </a:lnTo>
                    <a:lnTo>
                      <a:pt x="3149" y="201"/>
                    </a:lnTo>
                    <a:lnTo>
                      <a:pt x="3063" y="1"/>
                    </a:lnTo>
                    <a:close/>
                  </a:path>
                </a:pathLst>
              </a:custGeom>
              <a:solidFill>
                <a:srgbClr val="90D1C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71"/>
              <p:cNvSpPr/>
              <p:nvPr/>
            </p:nvSpPr>
            <p:spPr>
              <a:xfrm>
                <a:off x="1100801" y="2340656"/>
                <a:ext cx="506126" cy="394615"/>
              </a:xfrm>
              <a:custGeom>
                <a:rect b="b" l="l" r="r" t="t"/>
                <a:pathLst>
                  <a:path extrusionOk="0" h="4151" w="5324">
                    <a:moveTo>
                      <a:pt x="916" y="3750"/>
                    </a:moveTo>
                    <a:cubicBezTo>
                      <a:pt x="745" y="3779"/>
                      <a:pt x="544" y="3693"/>
                      <a:pt x="487" y="3521"/>
                    </a:cubicBezTo>
                    <a:lnTo>
                      <a:pt x="58" y="2462"/>
                    </a:lnTo>
                    <a:cubicBezTo>
                      <a:pt x="1" y="2290"/>
                      <a:pt x="86" y="2090"/>
                      <a:pt x="229" y="2004"/>
                    </a:cubicBezTo>
                    <a:lnTo>
                      <a:pt x="229" y="1976"/>
                    </a:lnTo>
                    <a:cubicBezTo>
                      <a:pt x="344" y="1689"/>
                      <a:pt x="487" y="1403"/>
                      <a:pt x="659" y="1146"/>
                    </a:cubicBezTo>
                    <a:lnTo>
                      <a:pt x="659" y="1146"/>
                    </a:lnTo>
                    <a:cubicBezTo>
                      <a:pt x="830" y="1060"/>
                      <a:pt x="1031" y="1146"/>
                      <a:pt x="1088" y="1317"/>
                    </a:cubicBezTo>
                    <a:lnTo>
                      <a:pt x="2004" y="3693"/>
                    </a:lnTo>
                    <a:cubicBezTo>
                      <a:pt x="2061" y="3865"/>
                      <a:pt x="1975" y="4065"/>
                      <a:pt x="1804" y="4151"/>
                    </a:cubicBezTo>
                    <a:lnTo>
                      <a:pt x="1804" y="4151"/>
                    </a:lnTo>
                    <a:cubicBezTo>
                      <a:pt x="1517" y="4065"/>
                      <a:pt x="1231" y="3922"/>
                      <a:pt x="945" y="3807"/>
                    </a:cubicBezTo>
                    <a:lnTo>
                      <a:pt x="945" y="3750"/>
                    </a:lnTo>
                    <a:close/>
                    <a:moveTo>
                      <a:pt x="3521" y="1"/>
                    </a:moveTo>
                    <a:lnTo>
                      <a:pt x="3521" y="1"/>
                    </a:lnTo>
                    <a:cubicBezTo>
                      <a:pt x="3320" y="87"/>
                      <a:pt x="3234" y="259"/>
                      <a:pt x="3320" y="459"/>
                    </a:cubicBezTo>
                    <a:lnTo>
                      <a:pt x="4236" y="2834"/>
                    </a:lnTo>
                    <a:cubicBezTo>
                      <a:pt x="4293" y="3006"/>
                      <a:pt x="4494" y="3092"/>
                      <a:pt x="4665" y="3035"/>
                    </a:cubicBezTo>
                    <a:lnTo>
                      <a:pt x="4665" y="3035"/>
                    </a:lnTo>
                    <a:cubicBezTo>
                      <a:pt x="4837" y="2949"/>
                      <a:pt x="4923" y="2777"/>
                      <a:pt x="4894" y="2605"/>
                    </a:cubicBezTo>
                    <a:cubicBezTo>
                      <a:pt x="5066" y="2548"/>
                      <a:pt x="5152" y="2348"/>
                      <a:pt x="5095" y="2176"/>
                    </a:cubicBezTo>
                    <a:lnTo>
                      <a:pt x="5095" y="2147"/>
                    </a:lnTo>
                    <a:cubicBezTo>
                      <a:pt x="5238" y="2062"/>
                      <a:pt x="5324" y="1861"/>
                      <a:pt x="5266" y="1689"/>
                    </a:cubicBezTo>
                    <a:lnTo>
                      <a:pt x="4837" y="602"/>
                    </a:lnTo>
                    <a:cubicBezTo>
                      <a:pt x="4780" y="430"/>
                      <a:pt x="4580" y="344"/>
                      <a:pt x="4408" y="402"/>
                    </a:cubicBezTo>
                    <a:lnTo>
                      <a:pt x="4408" y="373"/>
                    </a:lnTo>
                    <a:cubicBezTo>
                      <a:pt x="4122" y="201"/>
                      <a:pt x="3835" y="87"/>
                      <a:pt x="3549" y="1"/>
                    </a:cubicBezTo>
                    <a:close/>
                  </a:path>
                </a:pathLst>
              </a:custGeom>
              <a:solidFill>
                <a:srgbClr val="90D1C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71"/>
              <p:cNvSpPr/>
              <p:nvPr/>
            </p:nvSpPr>
            <p:spPr>
              <a:xfrm>
                <a:off x="1484389" y="2452263"/>
                <a:ext cx="119877" cy="179673"/>
              </a:xfrm>
              <a:custGeom>
                <a:rect b="b" l="l" r="r" t="t"/>
                <a:pathLst>
                  <a:path extrusionOk="0" h="1890" w="1261">
                    <a:moveTo>
                      <a:pt x="1" y="1116"/>
                    </a:moveTo>
                    <a:lnTo>
                      <a:pt x="201" y="1660"/>
                    </a:lnTo>
                    <a:cubicBezTo>
                      <a:pt x="201" y="1689"/>
                      <a:pt x="230" y="1717"/>
                      <a:pt x="258" y="1746"/>
                    </a:cubicBezTo>
                    <a:cubicBezTo>
                      <a:pt x="344" y="1861"/>
                      <a:pt x="516" y="1889"/>
                      <a:pt x="630" y="1861"/>
                    </a:cubicBezTo>
                    <a:cubicBezTo>
                      <a:pt x="802" y="1775"/>
                      <a:pt x="888" y="1603"/>
                      <a:pt x="859" y="1431"/>
                    </a:cubicBezTo>
                    <a:cubicBezTo>
                      <a:pt x="1031" y="1374"/>
                      <a:pt x="1117" y="1174"/>
                      <a:pt x="1060" y="1002"/>
                    </a:cubicBezTo>
                    <a:lnTo>
                      <a:pt x="1060" y="973"/>
                    </a:lnTo>
                    <a:cubicBezTo>
                      <a:pt x="1174" y="888"/>
                      <a:pt x="1260" y="744"/>
                      <a:pt x="1260" y="601"/>
                    </a:cubicBezTo>
                    <a:cubicBezTo>
                      <a:pt x="1231" y="573"/>
                      <a:pt x="1231" y="544"/>
                      <a:pt x="1231" y="515"/>
                    </a:cubicBezTo>
                    <a:lnTo>
                      <a:pt x="1031" y="0"/>
                    </a:lnTo>
                    <a:cubicBezTo>
                      <a:pt x="1088" y="172"/>
                      <a:pt x="1003" y="372"/>
                      <a:pt x="859" y="458"/>
                    </a:cubicBezTo>
                    <a:lnTo>
                      <a:pt x="859" y="487"/>
                    </a:lnTo>
                    <a:cubicBezTo>
                      <a:pt x="1231" y="1031"/>
                      <a:pt x="430" y="1660"/>
                      <a:pt x="1" y="1116"/>
                    </a:cubicBezTo>
                    <a:close/>
                  </a:path>
                </a:pathLst>
              </a:custGeom>
              <a:solidFill>
                <a:srgbClr val="AFDCDD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71"/>
              <p:cNvSpPr/>
              <p:nvPr/>
            </p:nvSpPr>
            <p:spPr>
              <a:xfrm>
                <a:off x="1127990" y="2626328"/>
                <a:ext cx="168835" cy="141647"/>
              </a:xfrm>
              <a:custGeom>
                <a:rect b="b" l="l" r="r" t="t"/>
                <a:pathLst>
                  <a:path extrusionOk="0" h="1490" w="1776">
                    <a:moveTo>
                      <a:pt x="1718" y="688"/>
                    </a:moveTo>
                    <a:lnTo>
                      <a:pt x="1518" y="144"/>
                    </a:lnTo>
                    <a:cubicBezTo>
                      <a:pt x="1260" y="487"/>
                      <a:pt x="745" y="545"/>
                      <a:pt x="430" y="259"/>
                    </a:cubicBezTo>
                    <a:lnTo>
                      <a:pt x="430" y="201"/>
                    </a:lnTo>
                    <a:cubicBezTo>
                      <a:pt x="258" y="259"/>
                      <a:pt x="87" y="173"/>
                      <a:pt x="1" y="1"/>
                    </a:cubicBezTo>
                    <a:lnTo>
                      <a:pt x="201" y="516"/>
                    </a:lnTo>
                    <a:cubicBezTo>
                      <a:pt x="287" y="688"/>
                      <a:pt x="459" y="774"/>
                      <a:pt x="630" y="745"/>
                    </a:cubicBezTo>
                    <a:lnTo>
                      <a:pt x="630" y="774"/>
                    </a:lnTo>
                    <a:cubicBezTo>
                      <a:pt x="688" y="1489"/>
                      <a:pt x="1775" y="1403"/>
                      <a:pt x="1718" y="688"/>
                    </a:cubicBezTo>
                    <a:close/>
                  </a:path>
                </a:pathLst>
              </a:custGeom>
              <a:solidFill>
                <a:srgbClr val="AFDCDD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71"/>
              <p:cNvSpPr/>
              <p:nvPr/>
            </p:nvSpPr>
            <p:spPr>
              <a:xfrm>
                <a:off x="1100801" y="2531167"/>
                <a:ext cx="68067" cy="119782"/>
              </a:xfrm>
              <a:custGeom>
                <a:rect b="b" l="l" r="r" t="t"/>
                <a:pathLst>
                  <a:path extrusionOk="0" h="1260" w="716">
                    <a:moveTo>
                      <a:pt x="229" y="0"/>
                    </a:moveTo>
                    <a:cubicBezTo>
                      <a:pt x="86" y="86"/>
                      <a:pt x="1" y="258"/>
                      <a:pt x="58" y="430"/>
                    </a:cubicBezTo>
                    <a:lnTo>
                      <a:pt x="287" y="1002"/>
                    </a:lnTo>
                    <a:cubicBezTo>
                      <a:pt x="344" y="1174"/>
                      <a:pt x="544" y="1260"/>
                      <a:pt x="716" y="1202"/>
                    </a:cubicBezTo>
                    <a:close/>
                  </a:path>
                </a:pathLst>
              </a:custGeom>
              <a:solidFill>
                <a:srgbClr val="AFDCDD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71"/>
              <p:cNvSpPr/>
              <p:nvPr/>
            </p:nvSpPr>
            <p:spPr>
              <a:xfrm>
                <a:off x="1517092" y="2370602"/>
                <a:ext cx="70823" cy="130714"/>
              </a:xfrm>
              <a:custGeom>
                <a:rect b="b" l="l" r="r" t="t"/>
                <a:pathLst>
                  <a:path extrusionOk="0" h="1375" w="745">
                    <a:moveTo>
                      <a:pt x="0" y="1"/>
                    </a:moveTo>
                    <a:lnTo>
                      <a:pt x="515" y="1374"/>
                    </a:lnTo>
                    <a:cubicBezTo>
                      <a:pt x="515" y="1346"/>
                      <a:pt x="515" y="1346"/>
                      <a:pt x="515" y="1346"/>
                    </a:cubicBezTo>
                    <a:lnTo>
                      <a:pt x="515" y="1289"/>
                    </a:lnTo>
                    <a:cubicBezTo>
                      <a:pt x="687" y="1203"/>
                      <a:pt x="744" y="1031"/>
                      <a:pt x="687" y="859"/>
                    </a:cubicBezTo>
                    <a:lnTo>
                      <a:pt x="458" y="287"/>
                    </a:lnTo>
                    <a:cubicBezTo>
                      <a:pt x="401" y="115"/>
                      <a:pt x="229" y="29"/>
                      <a:pt x="29" y="87"/>
                    </a:cubicBezTo>
                    <a:lnTo>
                      <a:pt x="29" y="58"/>
                    </a:lnTo>
                    <a:close/>
                  </a:path>
                </a:pathLst>
              </a:custGeom>
              <a:solidFill>
                <a:srgbClr val="AFDCDD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71"/>
              <p:cNvSpPr/>
              <p:nvPr/>
            </p:nvSpPr>
            <p:spPr>
              <a:xfrm>
                <a:off x="4017400" y="2182943"/>
                <a:ext cx="46297" cy="160565"/>
              </a:xfrm>
              <a:custGeom>
                <a:rect b="b" l="l" r="r" t="t"/>
                <a:pathLst>
                  <a:path extrusionOk="0" h="1689" w="487">
                    <a:moveTo>
                      <a:pt x="29" y="687"/>
                    </a:moveTo>
                    <a:cubicBezTo>
                      <a:pt x="58" y="458"/>
                      <a:pt x="143" y="29"/>
                      <a:pt x="315" y="0"/>
                    </a:cubicBezTo>
                    <a:cubicBezTo>
                      <a:pt x="401" y="0"/>
                      <a:pt x="487" y="0"/>
                      <a:pt x="401" y="200"/>
                    </a:cubicBezTo>
                    <a:cubicBezTo>
                      <a:pt x="258" y="515"/>
                      <a:pt x="172" y="887"/>
                      <a:pt x="172" y="1231"/>
                    </a:cubicBezTo>
                    <a:cubicBezTo>
                      <a:pt x="143" y="1689"/>
                      <a:pt x="0" y="944"/>
                      <a:pt x="29" y="687"/>
                    </a:cubicBezTo>
                    <a:close/>
                  </a:path>
                </a:pathLst>
              </a:custGeom>
              <a:solidFill>
                <a:srgbClr val="90D1C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71"/>
              <p:cNvSpPr/>
              <p:nvPr/>
            </p:nvSpPr>
            <p:spPr>
              <a:xfrm>
                <a:off x="3892199" y="2199199"/>
                <a:ext cx="133471" cy="84418"/>
              </a:xfrm>
              <a:custGeom>
                <a:rect b="b" l="l" r="r" t="t"/>
                <a:pathLst>
                  <a:path extrusionOk="0" h="888" w="1404">
                    <a:moveTo>
                      <a:pt x="1403" y="688"/>
                    </a:moveTo>
                    <a:cubicBezTo>
                      <a:pt x="1346" y="287"/>
                      <a:pt x="1003" y="1"/>
                      <a:pt x="602" y="29"/>
                    </a:cubicBezTo>
                    <a:cubicBezTo>
                      <a:pt x="401" y="29"/>
                      <a:pt x="201" y="29"/>
                      <a:pt x="1" y="87"/>
                    </a:cubicBezTo>
                    <a:cubicBezTo>
                      <a:pt x="230" y="630"/>
                      <a:pt x="831" y="888"/>
                      <a:pt x="1403" y="688"/>
                    </a:cubicBezTo>
                    <a:close/>
                  </a:path>
                </a:pathLst>
              </a:custGeom>
              <a:solidFill>
                <a:srgbClr val="90D1C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71"/>
              <p:cNvSpPr/>
              <p:nvPr/>
            </p:nvSpPr>
            <p:spPr>
              <a:xfrm>
                <a:off x="4025576" y="2199199"/>
                <a:ext cx="133376" cy="84418"/>
              </a:xfrm>
              <a:custGeom>
                <a:rect b="b" l="l" r="r" t="t"/>
                <a:pathLst>
                  <a:path extrusionOk="0" h="888" w="1403">
                    <a:moveTo>
                      <a:pt x="0" y="688"/>
                    </a:moveTo>
                    <a:cubicBezTo>
                      <a:pt x="29" y="287"/>
                      <a:pt x="401" y="1"/>
                      <a:pt x="802" y="29"/>
                    </a:cubicBezTo>
                    <a:cubicBezTo>
                      <a:pt x="1002" y="29"/>
                      <a:pt x="1202" y="29"/>
                      <a:pt x="1403" y="87"/>
                    </a:cubicBezTo>
                    <a:cubicBezTo>
                      <a:pt x="1174" y="630"/>
                      <a:pt x="544" y="888"/>
                      <a:pt x="0" y="688"/>
                    </a:cubicBezTo>
                    <a:close/>
                  </a:path>
                </a:pathLst>
              </a:custGeom>
              <a:solidFill>
                <a:srgbClr val="90D1CB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71"/>
              <p:cNvSpPr/>
              <p:nvPr/>
            </p:nvSpPr>
            <p:spPr>
              <a:xfrm>
                <a:off x="3786106" y="2253672"/>
                <a:ext cx="500707" cy="272171"/>
              </a:xfrm>
              <a:custGeom>
                <a:rect b="b" l="l" r="r" t="t"/>
                <a:pathLst>
                  <a:path extrusionOk="0" h="2863" w="5267">
                    <a:moveTo>
                      <a:pt x="2147" y="2833"/>
                    </a:moveTo>
                    <a:cubicBezTo>
                      <a:pt x="2405" y="2862"/>
                      <a:pt x="2491" y="2719"/>
                      <a:pt x="2576" y="2719"/>
                    </a:cubicBezTo>
                    <a:cubicBezTo>
                      <a:pt x="2662" y="2719"/>
                      <a:pt x="2777" y="2862"/>
                      <a:pt x="2977" y="2833"/>
                    </a:cubicBezTo>
                    <a:cubicBezTo>
                      <a:pt x="4236" y="2690"/>
                      <a:pt x="5267" y="0"/>
                      <a:pt x="2405" y="86"/>
                    </a:cubicBezTo>
                    <a:cubicBezTo>
                      <a:pt x="1" y="143"/>
                      <a:pt x="831" y="2719"/>
                      <a:pt x="2147" y="2833"/>
                    </a:cubicBezTo>
                    <a:close/>
                  </a:path>
                </a:pathLst>
              </a:custGeom>
              <a:solidFill>
                <a:srgbClr val="FFB17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71"/>
              <p:cNvSpPr/>
              <p:nvPr/>
            </p:nvSpPr>
            <p:spPr>
              <a:xfrm>
                <a:off x="3881362" y="2264509"/>
                <a:ext cx="171497" cy="125296"/>
              </a:xfrm>
              <a:custGeom>
                <a:rect b="b" l="l" r="r" t="t"/>
                <a:pathLst>
                  <a:path extrusionOk="0" h="1318" w="1804">
                    <a:moveTo>
                      <a:pt x="687" y="230"/>
                    </a:moveTo>
                    <a:cubicBezTo>
                      <a:pt x="258" y="459"/>
                      <a:pt x="0" y="831"/>
                      <a:pt x="115" y="1060"/>
                    </a:cubicBezTo>
                    <a:cubicBezTo>
                      <a:pt x="229" y="1317"/>
                      <a:pt x="687" y="1317"/>
                      <a:pt x="1117" y="1117"/>
                    </a:cubicBezTo>
                    <a:cubicBezTo>
                      <a:pt x="1546" y="888"/>
                      <a:pt x="1803" y="516"/>
                      <a:pt x="1689" y="287"/>
                    </a:cubicBezTo>
                    <a:cubicBezTo>
                      <a:pt x="1574" y="29"/>
                      <a:pt x="1117" y="1"/>
                      <a:pt x="687" y="230"/>
                    </a:cubicBezTo>
                    <a:close/>
                  </a:path>
                </a:pathLst>
              </a:custGeom>
              <a:solidFill>
                <a:srgbClr val="F8DBC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71"/>
              <p:cNvSpPr/>
              <p:nvPr/>
            </p:nvSpPr>
            <p:spPr>
              <a:xfrm>
                <a:off x="3310020" y="2414142"/>
                <a:ext cx="511545" cy="326548"/>
              </a:xfrm>
              <a:custGeom>
                <a:rect b="b" l="l" r="r" t="t"/>
                <a:pathLst>
                  <a:path extrusionOk="0" h="3435" w="5381">
                    <a:moveTo>
                      <a:pt x="830" y="945"/>
                    </a:moveTo>
                    <a:lnTo>
                      <a:pt x="830" y="945"/>
                    </a:lnTo>
                    <a:cubicBezTo>
                      <a:pt x="1116" y="487"/>
                      <a:pt x="1746" y="373"/>
                      <a:pt x="2204" y="688"/>
                    </a:cubicBezTo>
                    <a:lnTo>
                      <a:pt x="2576" y="916"/>
                    </a:lnTo>
                    <a:lnTo>
                      <a:pt x="2805" y="573"/>
                    </a:lnTo>
                    <a:cubicBezTo>
                      <a:pt x="3120" y="115"/>
                      <a:pt x="3749" y="1"/>
                      <a:pt x="4207" y="315"/>
                    </a:cubicBezTo>
                    <a:lnTo>
                      <a:pt x="4207" y="315"/>
                    </a:lnTo>
                    <a:cubicBezTo>
                      <a:pt x="5381" y="1117"/>
                      <a:pt x="4121" y="2548"/>
                      <a:pt x="3034" y="3435"/>
                    </a:cubicBezTo>
                    <a:cubicBezTo>
                      <a:pt x="1832" y="3149"/>
                      <a:pt x="0" y="2118"/>
                      <a:pt x="830" y="945"/>
                    </a:cubicBezTo>
                    <a:close/>
                  </a:path>
                </a:pathLst>
              </a:custGeom>
              <a:solidFill>
                <a:srgbClr val="FFB17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71"/>
              <p:cNvSpPr/>
              <p:nvPr/>
            </p:nvSpPr>
            <p:spPr>
              <a:xfrm>
                <a:off x="3386167" y="2476695"/>
                <a:ext cx="106188" cy="122539"/>
              </a:xfrm>
              <a:custGeom>
                <a:rect b="b" l="l" r="r" t="t"/>
                <a:pathLst>
                  <a:path extrusionOk="0" h="1289" w="1117">
                    <a:moveTo>
                      <a:pt x="201" y="487"/>
                    </a:moveTo>
                    <a:cubicBezTo>
                      <a:pt x="1" y="774"/>
                      <a:pt x="1" y="1117"/>
                      <a:pt x="201" y="1203"/>
                    </a:cubicBezTo>
                    <a:cubicBezTo>
                      <a:pt x="401" y="1289"/>
                      <a:pt x="716" y="1117"/>
                      <a:pt x="916" y="831"/>
                    </a:cubicBezTo>
                    <a:cubicBezTo>
                      <a:pt x="1088" y="516"/>
                      <a:pt x="1117" y="201"/>
                      <a:pt x="916" y="115"/>
                    </a:cubicBezTo>
                    <a:cubicBezTo>
                      <a:pt x="716" y="1"/>
                      <a:pt x="401" y="173"/>
                      <a:pt x="201" y="4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71"/>
              <p:cNvSpPr/>
              <p:nvPr/>
            </p:nvSpPr>
            <p:spPr>
              <a:xfrm>
                <a:off x="3573921" y="2452263"/>
                <a:ext cx="76242" cy="81661"/>
              </a:xfrm>
              <a:custGeom>
                <a:rect b="b" l="l" r="r" t="t"/>
                <a:pathLst>
                  <a:path extrusionOk="0" h="859" w="802">
                    <a:moveTo>
                      <a:pt x="143" y="287"/>
                    </a:moveTo>
                    <a:cubicBezTo>
                      <a:pt x="0" y="487"/>
                      <a:pt x="0" y="716"/>
                      <a:pt x="115" y="773"/>
                    </a:cubicBezTo>
                    <a:cubicBezTo>
                      <a:pt x="258" y="859"/>
                      <a:pt x="487" y="773"/>
                      <a:pt x="659" y="573"/>
                    </a:cubicBezTo>
                    <a:cubicBezTo>
                      <a:pt x="802" y="372"/>
                      <a:pt x="802" y="143"/>
                      <a:pt x="687" y="58"/>
                    </a:cubicBezTo>
                    <a:cubicBezTo>
                      <a:pt x="544" y="0"/>
                      <a:pt x="315" y="86"/>
                      <a:pt x="143" y="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2" name="Google Shape;612;p71"/>
            <p:cNvSpPr/>
            <p:nvPr/>
          </p:nvSpPr>
          <p:spPr>
            <a:xfrm>
              <a:off x="2501494" y="3257156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3" name="Google Shape;613;p71"/>
            <p:cNvSpPr/>
            <p:nvPr/>
          </p:nvSpPr>
          <p:spPr>
            <a:xfrm>
              <a:off x="2589244" y="2388638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4" name="Google Shape;614;p71"/>
            <p:cNvSpPr/>
            <p:nvPr/>
          </p:nvSpPr>
          <p:spPr>
            <a:xfrm>
              <a:off x="3384825" y="1538531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5" name="Google Shape;615;p71"/>
            <p:cNvSpPr/>
            <p:nvPr/>
          </p:nvSpPr>
          <p:spPr>
            <a:xfrm>
              <a:off x="5594606" y="1559569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6" name="Google Shape;616;p71"/>
            <p:cNvSpPr/>
            <p:nvPr/>
          </p:nvSpPr>
          <p:spPr>
            <a:xfrm>
              <a:off x="6385425" y="2388638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7" name="Google Shape;617;p71"/>
            <p:cNvSpPr/>
            <p:nvPr/>
          </p:nvSpPr>
          <p:spPr>
            <a:xfrm>
              <a:off x="6559013" y="3371456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8" name="Google Shape;618;p71"/>
            <p:cNvSpPr txBox="1"/>
            <p:nvPr/>
          </p:nvSpPr>
          <p:spPr>
            <a:xfrm>
              <a:off x="1749346" y="1358187"/>
              <a:ext cx="16872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Generative AI</a:t>
              </a:r>
              <a:endParaRPr sz="1700">
                <a:solidFill>
                  <a:srgbClr val="1E1E56"/>
                </a:solidFill>
                <a:latin typeface="Barlow Black"/>
                <a:ea typeface="Barlow Black"/>
                <a:cs typeface="Barlow Black"/>
                <a:sym typeface="Barlow Black"/>
              </a:endParaRPr>
            </a:p>
          </p:txBody>
        </p:sp>
        <p:sp>
          <p:nvSpPr>
            <p:cNvPr id="619" name="Google Shape;619;p71"/>
            <p:cNvSpPr txBox="1"/>
            <p:nvPr/>
          </p:nvSpPr>
          <p:spPr>
            <a:xfrm>
              <a:off x="5897006" y="1449769"/>
              <a:ext cx="18573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Data Analytics</a:t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0" name="Google Shape;620;p71"/>
            <p:cNvSpPr txBox="1"/>
            <p:nvPr/>
          </p:nvSpPr>
          <p:spPr>
            <a:xfrm>
              <a:off x="528412" y="2027330"/>
              <a:ext cx="18573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      S/W Development </a:t>
              </a:r>
              <a:endParaRPr sz="1100">
                <a:solidFill>
                  <a:srgbClr val="1E1E56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1" name="Google Shape;621;p71"/>
            <p:cNvSpPr txBox="1"/>
            <p:nvPr/>
          </p:nvSpPr>
          <p:spPr>
            <a:xfrm>
              <a:off x="6824513" y="2234925"/>
              <a:ext cx="19995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Testing Excellence</a:t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2" name="Google Shape;622;p71"/>
            <p:cNvSpPr txBox="1"/>
            <p:nvPr/>
          </p:nvSpPr>
          <p:spPr>
            <a:xfrm>
              <a:off x="720394" y="2974800"/>
              <a:ext cx="15630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Enterprise </a:t>
              </a: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Solutions</a:t>
              </a:r>
              <a:endParaRPr sz="1700">
                <a:solidFill>
                  <a:srgbClr val="1E1E56"/>
                </a:solidFill>
                <a:latin typeface="Barlow Black"/>
                <a:ea typeface="Barlow Black"/>
                <a:cs typeface="Barlow Black"/>
                <a:sym typeface="Barlow Black"/>
              </a:endParaRPr>
            </a:p>
          </p:txBody>
        </p:sp>
        <p:sp>
          <p:nvSpPr>
            <p:cNvPr id="623" name="Google Shape;623;p71"/>
            <p:cNvSpPr txBox="1"/>
            <p:nvPr/>
          </p:nvSpPr>
          <p:spPr>
            <a:xfrm>
              <a:off x="6951263" y="3248681"/>
              <a:ext cx="19599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Smart </a:t>
              </a: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Support</a:t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4" name="Google Shape;624;p71"/>
            <p:cNvSpPr/>
            <p:nvPr/>
          </p:nvSpPr>
          <p:spPr>
            <a:xfrm>
              <a:off x="3594938" y="3993019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5" name="Google Shape;625;p71"/>
            <p:cNvSpPr/>
            <p:nvPr/>
          </p:nvSpPr>
          <p:spPr>
            <a:xfrm>
              <a:off x="5631506" y="3979388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6" name="Google Shape;626;p71"/>
            <p:cNvSpPr txBox="1"/>
            <p:nvPr/>
          </p:nvSpPr>
          <p:spPr>
            <a:xfrm>
              <a:off x="1119339" y="3922249"/>
              <a:ext cx="27411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Network Solutions</a:t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7" name="Google Shape;627;p71"/>
            <p:cNvSpPr txBox="1"/>
            <p:nvPr/>
          </p:nvSpPr>
          <p:spPr>
            <a:xfrm>
              <a:off x="6110138" y="3922238"/>
              <a:ext cx="21033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Cyber Security</a:t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8" name="Google Shape;628;p71"/>
            <p:cNvSpPr/>
            <p:nvPr/>
          </p:nvSpPr>
          <p:spPr>
            <a:xfrm>
              <a:off x="4613222" y="4218338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9" name="Google Shape;629;p71"/>
            <p:cNvSpPr txBox="1"/>
            <p:nvPr/>
          </p:nvSpPr>
          <p:spPr>
            <a:xfrm>
              <a:off x="3147197" y="4493735"/>
              <a:ext cx="27411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Cloud Transformation</a:t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0" name="Google Shape;630;p71"/>
            <p:cNvSpPr/>
            <p:nvPr/>
          </p:nvSpPr>
          <p:spPr>
            <a:xfrm>
              <a:off x="4375416" y="1128131"/>
              <a:ext cx="265500" cy="239100"/>
            </a:xfrm>
            <a:prstGeom prst="ellipse">
              <a:avLst/>
            </a:prstGeom>
            <a:solidFill>
              <a:srgbClr val="AE2220"/>
            </a:solidFill>
            <a:ln cap="flat" cmpd="sng" w="9525">
              <a:solidFill>
                <a:srgbClr val="4454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1" name="Google Shape;631;p71"/>
            <p:cNvSpPr txBox="1"/>
            <p:nvPr/>
          </p:nvSpPr>
          <p:spPr>
            <a:xfrm>
              <a:off x="4700456" y="935419"/>
              <a:ext cx="16872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1E1E56"/>
                  </a:solidFill>
                  <a:latin typeface="Barlow Black"/>
                  <a:ea typeface="Barlow Black"/>
                  <a:cs typeface="Barlow Black"/>
                  <a:sym typeface="Barlow Black"/>
                </a:rPr>
                <a:t>Salesforce</a:t>
              </a:r>
              <a:endParaRPr sz="1700">
                <a:solidFill>
                  <a:srgbClr val="1E1E56"/>
                </a:solidFill>
                <a:latin typeface="Barlow Black"/>
                <a:ea typeface="Barlow Black"/>
                <a:cs typeface="Barlow Black"/>
                <a:sym typeface="Barlow Black"/>
              </a:endParaRPr>
            </a:p>
          </p:txBody>
        </p:sp>
      </p:grpSp>
      <p:sp>
        <p:nvSpPr>
          <p:cNvPr id="632" name="Google Shape;632;p71"/>
          <p:cNvSpPr txBox="1"/>
          <p:nvPr/>
        </p:nvSpPr>
        <p:spPr>
          <a:xfrm>
            <a:off x="8057150" y="5354025"/>
            <a:ext cx="392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Capabilities, Collaboration </a:t>
            </a:r>
            <a:r>
              <a:rPr b="1" lang="en-US" sz="3000">
                <a:solidFill>
                  <a:srgbClr val="961005"/>
                </a:solidFill>
                <a:latin typeface="Space Grotesk"/>
                <a:ea typeface="Space Grotesk"/>
                <a:cs typeface="Space Grotesk"/>
                <a:sym typeface="Space Grotesk"/>
              </a:rPr>
              <a:t>&amp;</a:t>
            </a:r>
            <a:r>
              <a:rPr b="1" lang="en-US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Culture</a:t>
            </a:r>
            <a:endParaRPr b="1" sz="3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3" name="Google Shape;633;p71"/>
          <p:cNvSpPr txBox="1"/>
          <p:nvPr/>
        </p:nvSpPr>
        <p:spPr>
          <a:xfrm>
            <a:off x="8262825" y="4100925"/>
            <a:ext cx="46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Integrity | Innovation | Serenity</a:t>
            </a:r>
            <a:endParaRPr b="1"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2"/>
          <p:cNvSpPr txBox="1"/>
          <p:nvPr>
            <p:ph type="title"/>
          </p:nvPr>
        </p:nvSpPr>
        <p:spPr>
          <a:xfrm>
            <a:off x="896400" y="-95906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E35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Price Change in an eCommerce Website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2"/>
          <p:cNvSpPr txBox="1"/>
          <p:nvPr/>
        </p:nvSpPr>
        <p:spPr>
          <a:xfrm>
            <a:off x="946700" y="1282900"/>
            <a:ext cx="89538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was a product that was being sold for the past 3 years and now the price of this product is changing from $1 to $2. What all tests cases you can think of: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Product Details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Cart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Check out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Slider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where are the price change test cases?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3"/>
          <p:cNvSpPr txBox="1"/>
          <p:nvPr>
            <p:ph type="title"/>
          </p:nvPr>
        </p:nvSpPr>
        <p:spPr>
          <a:xfrm>
            <a:off x="896400" y="-95906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1E35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Features and Data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73"/>
          <p:cNvSpPr/>
          <p:nvPr/>
        </p:nvSpPr>
        <p:spPr>
          <a:xfrm>
            <a:off x="1196975" y="1636800"/>
            <a:ext cx="3118200" cy="2008500"/>
          </a:xfrm>
          <a:prstGeom prst="roundRect">
            <a:avLst>
              <a:gd fmla="val 16667" name="adj"/>
            </a:avLst>
          </a:prstGeom>
          <a:solidFill>
            <a:srgbClr val="BF160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Past Orders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(Should the price change)</a:t>
            </a:r>
            <a:endParaRPr/>
          </a:p>
        </p:txBody>
      </p:sp>
      <p:sp>
        <p:nvSpPr>
          <p:cNvPr id="648" name="Google Shape;648;p73"/>
          <p:cNvSpPr/>
          <p:nvPr/>
        </p:nvSpPr>
        <p:spPr>
          <a:xfrm>
            <a:off x="4497125" y="1585700"/>
            <a:ext cx="2947800" cy="2008500"/>
          </a:xfrm>
          <a:prstGeom prst="roundRect">
            <a:avLst>
              <a:gd fmla="val 16667" name="adj"/>
            </a:avLst>
          </a:prstGeom>
          <a:solidFill>
            <a:srgbClr val="E76A2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 Transition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Already added in cart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Already in Buy Later/Wishlist</a:t>
            </a:r>
            <a:endParaRPr/>
          </a:p>
        </p:txBody>
      </p:sp>
      <p:sp>
        <p:nvSpPr>
          <p:cNvPr id="649" name="Google Shape;649;p73"/>
          <p:cNvSpPr/>
          <p:nvPr/>
        </p:nvSpPr>
        <p:spPr>
          <a:xfrm>
            <a:off x="7650750" y="1636800"/>
            <a:ext cx="2725200" cy="2008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Current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Product Details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Cart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Check out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Slider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4"/>
          <p:cNvSpPr txBox="1"/>
          <p:nvPr>
            <p:ph type="title"/>
          </p:nvPr>
        </p:nvSpPr>
        <p:spPr>
          <a:xfrm>
            <a:off x="896400" y="-95906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E35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Some areas that we do not test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56" name="Google Shape;656;p74"/>
          <p:cNvGraphicFramePr/>
          <p:nvPr/>
        </p:nvGraphicFramePr>
        <p:xfrm>
          <a:off x="152400" y="83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{1F9E2821-7E5A-40DF-90AD-0A49B2BF58EB}</a:tableStyleId>
              </a:tblPr>
              <a:tblGrid>
                <a:gridCol w="4186825"/>
                <a:gridCol w="7123875"/>
              </a:tblGrid>
              <a:tr h="190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Ideas</a:t>
                      </a:r>
                      <a:endParaRPr b="1"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Description</a:t>
                      </a:r>
                      <a:endParaRPr b="1"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Past Data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What happens to the past data and reports?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in transition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What happens to the things that were in </a:t>
                      </a:r>
                      <a:r>
                        <a:rPr lang="en-US" sz="1000"/>
                        <a:t>transit</a:t>
                      </a:r>
                      <a:r>
                        <a:rPr lang="en-US" sz="1000"/>
                        <a:t> and not completed between the releases?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Accessibility testing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Responsive design testing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How your application behaves across the platforms and screen resolutions?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Parity testing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If there are multiple platforms, do they all have same feature set?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 user 2 devices testing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 user on 2 devices and how the changes reflect?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CSRF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Cross Site Request Forgery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User personas as per the interactions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User segmentation and how do we ensure that we are testing for ALL the user types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Non functional requirements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Browser JavaScript disabled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How your app behaves if JavaScript is disabled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How your client makes money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How to find the critical path for sanity testing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Server side validations after bypassing client side validations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Direct API testing in which you are bypassing the client side validations?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Mobile/web client missing the response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Turning off the network before you get response from server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Conflicts across the platforms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Open edit on 2 platforms and make changes and save from 1 platform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Conflicts across the users</a:t>
                      </a:r>
                      <a:endParaRPr sz="1000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5"/>
          <p:cNvSpPr txBox="1"/>
          <p:nvPr>
            <p:ph type="title"/>
          </p:nvPr>
        </p:nvSpPr>
        <p:spPr>
          <a:xfrm>
            <a:off x="896400" y="-95906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E35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Next Steps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5"/>
          <p:cNvSpPr txBox="1"/>
          <p:nvPr/>
        </p:nvSpPr>
        <p:spPr>
          <a:xfrm>
            <a:off x="929000" y="1203275"/>
            <a:ext cx="8051400" cy="4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Go over this list for your project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Capture all the cases that </a:t>
            </a:r>
            <a:r>
              <a:rPr lang="en-US"/>
              <a:t>you</a:t>
            </a:r>
            <a:r>
              <a:rPr lang="en-US"/>
              <a:t> </a:t>
            </a:r>
            <a:r>
              <a:rPr lang="en-US"/>
              <a:t>encountered in a Google Sheet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US"/>
              <a:t>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US"/>
              <a:t>Expected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US"/>
              <a:t>Actual Behavior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US"/>
              <a:t>Status (Pass/Fail)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Also test what is working and how it is working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Share your Google Sheet format to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leadership@tudip.com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US"/>
              <a:t>Subject should be: ProjectName | Workshop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76"/>
          <p:cNvGrpSpPr/>
          <p:nvPr/>
        </p:nvGrpSpPr>
        <p:grpSpPr>
          <a:xfrm>
            <a:off x="0" y="0"/>
            <a:ext cx="12072165" cy="6857829"/>
            <a:chOff x="0" y="0"/>
            <a:chExt cx="9054350" cy="5143500"/>
          </a:xfrm>
        </p:grpSpPr>
        <p:pic>
          <p:nvPicPr>
            <p:cNvPr id="669" name="Google Shape;669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50525" y="1461437"/>
              <a:ext cx="5586904" cy="2220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" name="Google Shape;670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425" y="0"/>
              <a:ext cx="282575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271045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2" name="Google Shape;672;p76"/>
            <p:cNvSpPr txBox="1"/>
            <p:nvPr/>
          </p:nvSpPr>
          <p:spPr>
            <a:xfrm>
              <a:off x="3236681" y="30361"/>
              <a:ext cx="3000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latin typeface="Poppins SemiBold"/>
                  <a:ea typeface="Poppins SemiBold"/>
                  <a:cs typeface="Poppins SemiBold"/>
                  <a:sym typeface="Poppins SemiBold"/>
                </a:rPr>
                <a:t>Thank You!</a:t>
              </a:r>
              <a:endParaRPr sz="4800"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pic>
          <p:nvPicPr>
            <p:cNvPr id="673" name="Google Shape;673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24575" y="2073425"/>
              <a:ext cx="1741870" cy="69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76"/>
            <p:cNvSpPr txBox="1"/>
            <p:nvPr/>
          </p:nvSpPr>
          <p:spPr>
            <a:xfrm>
              <a:off x="3244484" y="3763345"/>
              <a:ext cx="191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CC0000"/>
                  </a:solidFill>
                </a:rPr>
                <a:t>Partners</a:t>
              </a:r>
              <a:endParaRPr sz="1900">
                <a:solidFill>
                  <a:srgbClr val="CC0000"/>
                </a:solidFill>
              </a:endParaRPr>
            </a:p>
          </p:txBody>
        </p:sp>
        <p:pic>
          <p:nvPicPr>
            <p:cNvPr id="675" name="Google Shape;675;p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277975" y="1213286"/>
              <a:ext cx="303000" cy="288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6" name="Google Shape;676;p7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70675" y="1720610"/>
              <a:ext cx="401175" cy="314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7" name="Google Shape;677;p7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319750" y="2240362"/>
              <a:ext cx="303000" cy="30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7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319760" y="2763313"/>
              <a:ext cx="303000" cy="2956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9" name="Google Shape;679;p76"/>
            <p:cNvSpPr txBox="1"/>
            <p:nvPr/>
          </p:nvSpPr>
          <p:spPr>
            <a:xfrm>
              <a:off x="3795295" y="1253418"/>
              <a:ext cx="1392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AI ML/Robotics</a:t>
              </a:r>
              <a:endParaRPr sz="1600">
                <a:solidFill>
                  <a:srgbClr val="063D71"/>
                </a:solidFill>
              </a:endParaRPr>
            </a:p>
          </p:txBody>
        </p:sp>
        <p:sp>
          <p:nvSpPr>
            <p:cNvPr id="680" name="Google Shape;680;p76"/>
            <p:cNvSpPr txBox="1"/>
            <p:nvPr/>
          </p:nvSpPr>
          <p:spPr>
            <a:xfrm>
              <a:off x="3795295" y="1770229"/>
              <a:ext cx="1514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Web Application</a:t>
              </a:r>
              <a:endParaRPr sz="1600">
                <a:solidFill>
                  <a:srgbClr val="063D71"/>
                </a:solidFill>
              </a:endParaRPr>
            </a:p>
          </p:txBody>
        </p:sp>
        <p:sp>
          <p:nvSpPr>
            <p:cNvPr id="681" name="Google Shape;681;p76"/>
            <p:cNvSpPr txBox="1"/>
            <p:nvPr/>
          </p:nvSpPr>
          <p:spPr>
            <a:xfrm>
              <a:off x="3789726" y="2314790"/>
              <a:ext cx="1815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QA (Manual Testing)</a:t>
              </a:r>
              <a:endParaRPr sz="1600">
                <a:solidFill>
                  <a:srgbClr val="063D71"/>
                </a:solidFill>
              </a:endParaRPr>
            </a:p>
          </p:txBody>
        </p:sp>
        <p:sp>
          <p:nvSpPr>
            <p:cNvPr id="682" name="Google Shape;682;p76"/>
            <p:cNvSpPr txBox="1"/>
            <p:nvPr/>
          </p:nvSpPr>
          <p:spPr>
            <a:xfrm>
              <a:off x="3791780" y="2861350"/>
              <a:ext cx="1392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Cloud/DevOps</a:t>
              </a:r>
              <a:endParaRPr sz="1600">
                <a:solidFill>
                  <a:srgbClr val="063D71"/>
                </a:solidFill>
              </a:endParaRPr>
            </a:p>
          </p:txBody>
        </p:sp>
        <p:pic>
          <p:nvPicPr>
            <p:cNvPr id="683" name="Google Shape;683;p76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885173" y="1206058"/>
              <a:ext cx="303000" cy="30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4" name="Google Shape;684;p76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836091" y="1714053"/>
              <a:ext cx="401175" cy="297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5" name="Google Shape;685;p76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5879349" y="2237261"/>
              <a:ext cx="314650" cy="314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6" name="Google Shape;686;p76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5879364" y="2791188"/>
              <a:ext cx="314650" cy="322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76"/>
            <p:cNvSpPr txBox="1"/>
            <p:nvPr/>
          </p:nvSpPr>
          <p:spPr>
            <a:xfrm>
              <a:off x="6414500" y="2861363"/>
              <a:ext cx="2263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Support and Maintenance</a:t>
              </a:r>
              <a:endParaRPr sz="1600">
                <a:solidFill>
                  <a:srgbClr val="063D71"/>
                </a:solidFill>
              </a:endParaRPr>
            </a:p>
          </p:txBody>
        </p:sp>
        <p:sp>
          <p:nvSpPr>
            <p:cNvPr id="688" name="Google Shape;688;p76"/>
            <p:cNvSpPr txBox="1"/>
            <p:nvPr/>
          </p:nvSpPr>
          <p:spPr>
            <a:xfrm>
              <a:off x="6414500" y="2299460"/>
              <a:ext cx="2193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QA (Automation Testing)</a:t>
              </a:r>
              <a:endParaRPr sz="1600">
                <a:solidFill>
                  <a:srgbClr val="063D71"/>
                </a:solidFill>
              </a:endParaRPr>
            </a:p>
          </p:txBody>
        </p:sp>
        <p:sp>
          <p:nvSpPr>
            <p:cNvPr id="689" name="Google Shape;689;p76"/>
            <p:cNvSpPr txBox="1"/>
            <p:nvPr/>
          </p:nvSpPr>
          <p:spPr>
            <a:xfrm>
              <a:off x="6414500" y="1754933"/>
              <a:ext cx="1613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Mobility Solutions</a:t>
              </a:r>
              <a:endParaRPr sz="1600">
                <a:solidFill>
                  <a:srgbClr val="063D71"/>
                </a:solidFill>
              </a:endParaRPr>
            </a:p>
          </p:txBody>
        </p:sp>
        <p:sp>
          <p:nvSpPr>
            <p:cNvPr id="690" name="Google Shape;690;p76"/>
            <p:cNvSpPr txBox="1"/>
            <p:nvPr/>
          </p:nvSpPr>
          <p:spPr>
            <a:xfrm>
              <a:off x="6414500" y="1259330"/>
              <a:ext cx="1327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Data Analytics</a:t>
              </a:r>
              <a:endParaRPr sz="1600">
                <a:solidFill>
                  <a:srgbClr val="063D71"/>
                </a:solidFill>
              </a:endParaRPr>
            </a:p>
          </p:txBody>
        </p:sp>
        <p:pic>
          <p:nvPicPr>
            <p:cNvPr id="691" name="Google Shape;691;p76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3288712" y="4798650"/>
              <a:ext cx="215400" cy="21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2" name="Google Shape;692;p76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7192004" y="4829425"/>
              <a:ext cx="215400" cy="1538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76"/>
            <p:cNvSpPr txBox="1"/>
            <p:nvPr/>
          </p:nvSpPr>
          <p:spPr>
            <a:xfrm>
              <a:off x="7387229" y="4706250"/>
              <a:ext cx="1447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63D71"/>
                  </a:solidFill>
                </a:rPr>
                <a:t>info@tudip.com</a:t>
              </a:r>
              <a:endParaRPr sz="1700">
                <a:solidFill>
                  <a:srgbClr val="063D71"/>
                </a:solidFill>
              </a:endParaRPr>
            </a:p>
          </p:txBody>
        </p:sp>
        <p:sp>
          <p:nvSpPr>
            <p:cNvPr id="694" name="Google Shape;694;p76"/>
            <p:cNvSpPr txBox="1"/>
            <p:nvPr/>
          </p:nvSpPr>
          <p:spPr>
            <a:xfrm>
              <a:off x="3580982" y="4806300"/>
              <a:ext cx="11340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i="0" lang="en-US" sz="1700" cap="none" strike="noStrike">
                  <a:solidFill>
                    <a:srgbClr val="193C6C"/>
                  </a:solidFill>
                  <a:uFill>
                    <a:noFill/>
                  </a:uFill>
                  <a:hlinkClick r:id="rId1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www.tudip.com</a:t>
              </a:r>
              <a:r>
                <a:rPr i="0" lang="en-US" sz="1700" cap="none" strike="noStrike">
                  <a:solidFill>
                    <a:srgbClr val="193C6C"/>
                  </a:solidFill>
                </a:rPr>
                <a:t>                           </a:t>
              </a:r>
              <a:endParaRPr i="0" sz="1700" cap="none" strike="noStrike">
                <a:solidFill>
                  <a:srgbClr val="193C6C"/>
                </a:solidFill>
              </a:endParaRPr>
            </a:p>
          </p:txBody>
        </p:sp>
        <p:sp>
          <p:nvSpPr>
            <p:cNvPr id="695" name="Google Shape;695;p76"/>
            <p:cNvSpPr txBox="1"/>
            <p:nvPr/>
          </p:nvSpPr>
          <p:spPr>
            <a:xfrm>
              <a:off x="3796610" y="3382288"/>
              <a:ext cx="2263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ERP</a:t>
              </a:r>
              <a:endParaRPr sz="1600">
                <a:solidFill>
                  <a:srgbClr val="063D71"/>
                </a:solidFill>
              </a:endParaRPr>
            </a:p>
          </p:txBody>
        </p:sp>
        <p:sp>
          <p:nvSpPr>
            <p:cNvPr id="696" name="Google Shape;696;p76"/>
            <p:cNvSpPr txBox="1"/>
            <p:nvPr/>
          </p:nvSpPr>
          <p:spPr>
            <a:xfrm>
              <a:off x="6414500" y="3378163"/>
              <a:ext cx="2263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63D71"/>
                  </a:solidFill>
                </a:rPr>
                <a:t>CRM</a:t>
              </a:r>
              <a:endParaRPr sz="1600">
                <a:solidFill>
                  <a:srgbClr val="063D71"/>
                </a:solidFill>
              </a:endParaRPr>
            </a:p>
          </p:txBody>
        </p:sp>
        <p:cxnSp>
          <p:nvCxnSpPr>
            <p:cNvPr id="697" name="Google Shape;697;p76"/>
            <p:cNvCxnSpPr/>
            <p:nvPr/>
          </p:nvCxnSpPr>
          <p:spPr>
            <a:xfrm>
              <a:off x="3115475" y="3761756"/>
              <a:ext cx="5675400" cy="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8" name="Google Shape;698;p76"/>
            <p:cNvSpPr txBox="1"/>
            <p:nvPr/>
          </p:nvSpPr>
          <p:spPr>
            <a:xfrm>
              <a:off x="3248252" y="696891"/>
              <a:ext cx="191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CC0000"/>
                  </a:solidFill>
                </a:rPr>
                <a:t>Our Competencies</a:t>
              </a:r>
              <a:endParaRPr sz="1900">
                <a:solidFill>
                  <a:srgbClr val="CC0000"/>
                </a:solidFill>
              </a:endParaRPr>
            </a:p>
          </p:txBody>
        </p:sp>
        <p:pic>
          <p:nvPicPr>
            <p:cNvPr id="699" name="Google Shape;699;p76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3319750" y="3319075"/>
              <a:ext cx="303000" cy="30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76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5885175" y="3295878"/>
              <a:ext cx="303000" cy="3029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1" name="Google Shape;701;p76"/>
            <p:cNvPicPr preferRelativeResize="0"/>
            <p:nvPr/>
          </p:nvPicPr>
          <p:blipFill rotWithShape="1">
            <a:blip r:embed="rId20">
              <a:alphaModFix/>
            </a:blip>
            <a:srcRect b="17647" l="0" r="0" t="26023"/>
            <a:stretch/>
          </p:blipFill>
          <p:spPr>
            <a:xfrm>
              <a:off x="7540250" y="95630"/>
              <a:ext cx="1514100" cy="8528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02" name="Google Shape;702;p76"/>
          <p:cNvPicPr preferRelativeResize="0"/>
          <p:nvPr/>
        </p:nvPicPr>
        <p:blipFill rotWithShape="1">
          <a:blip r:embed="rId21">
            <a:alphaModFix/>
          </a:blip>
          <a:srcRect b="15657" l="-210" r="209" t="37394"/>
          <a:stretch/>
        </p:blipFill>
        <p:spPr>
          <a:xfrm>
            <a:off x="4208327" y="5453675"/>
            <a:ext cx="7671598" cy="8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and End Slide Master">
  <a:themeElements>
    <a:clrScheme name="2019-Business pla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EBEE4"/>
      </a:accent1>
      <a:accent2>
        <a:srgbClr val="4CD6B0"/>
      </a:accent2>
      <a:accent3>
        <a:srgbClr val="98DC56"/>
      </a:accent3>
      <a:accent4>
        <a:srgbClr val="5EBEE4"/>
      </a:accent4>
      <a:accent5>
        <a:srgbClr val="4CD6B0"/>
      </a:accent5>
      <a:accent6>
        <a:srgbClr val="98DC56"/>
      </a:accent6>
      <a:hlink>
        <a:srgbClr val="BFBFBF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ver and End Slide Master">
  <a:themeElements>
    <a:clrScheme name="2019-Business pla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EBEE4"/>
      </a:accent1>
      <a:accent2>
        <a:srgbClr val="4CD6B0"/>
      </a:accent2>
      <a:accent3>
        <a:srgbClr val="98DC56"/>
      </a:accent3>
      <a:accent4>
        <a:srgbClr val="5EBEE4"/>
      </a:accent4>
      <a:accent5>
        <a:srgbClr val="4CD6B0"/>
      </a:accent5>
      <a:accent6>
        <a:srgbClr val="98DC56"/>
      </a:accent6>
      <a:hlink>
        <a:srgbClr val="BFBFBF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aff Induction Training Meeting by Slidesgo">
  <a:themeElements>
    <a:clrScheme name="Simple Light">
      <a:dk1>
        <a:srgbClr val="1E1E56"/>
      </a:dk1>
      <a:lt1>
        <a:srgbClr val="FFFFFF"/>
      </a:lt1>
      <a:dk2>
        <a:srgbClr val="8FBCD8"/>
      </a:dk2>
      <a:lt2>
        <a:srgbClr val="FF5543"/>
      </a:lt2>
      <a:accent1>
        <a:srgbClr val="FFBB33"/>
      </a:accent1>
      <a:accent2>
        <a:srgbClr val="FCE4C6"/>
      </a:accent2>
      <a:accent3>
        <a:srgbClr val="A7BDD1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5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